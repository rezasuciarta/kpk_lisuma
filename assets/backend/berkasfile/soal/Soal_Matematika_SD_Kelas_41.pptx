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</p:sldMasterIdLst>
  <p:notesMasterIdLst>
    <p:notesMasterId r:id="rId9"/>
  </p:notesMasterIdLst>
  <p:sldIdLst>
    <p:sldId id="259" r:id="rId2"/>
    <p:sldId id="267" r:id="rId3"/>
    <p:sldId id="286" r:id="rId4"/>
    <p:sldId id="288" r:id="rId5"/>
    <p:sldId id="289" r:id="rId6"/>
    <p:sldId id="291" r:id="rId7"/>
    <p:sldId id="293" r:id="rId8"/>
  </p:sldIdLst>
  <p:sldSz cx="9144000" cy="5143500" type="screen16x9"/>
  <p:notesSz cx="6858000" cy="9144000"/>
  <p:embeddedFontLst>
    <p:embeddedFont>
      <p:font typeface="Bellota Text Light" charset="0"/>
      <p:regular r:id="rId10"/>
      <p:bold r:id="rId11"/>
      <p:italic r:id="rId12"/>
      <p:boldItalic r:id="rId13"/>
    </p:embeddedFont>
    <p:embeddedFont>
      <p:font typeface="Catamaran ExtraBold" charset="0"/>
      <p:bold r:id="rId14"/>
    </p:embeddedFont>
    <p:embeddedFont>
      <p:font typeface="Catamaran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182B24A4-CE14-4CFF-B1E5-92728488463D}">
  <a:tblStyle styleId="{182B24A4-CE14-4CFF-B1E5-9272848846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7" d="100"/>
          <a:sy n="87" d="100"/>
        </p:scale>
        <p:origin x="216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01437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1630650" y="1333450"/>
            <a:ext cx="5882700" cy="24765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285750" algn="bl" rotWithShape="0">
              <a:srgbClr val="00131F">
                <a:alpha val="7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927850" y="1583350"/>
            <a:ext cx="5288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927850" y="2840054"/>
            <a:ext cx="52884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Tyrannosaurus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479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lesiosaur">
  <p:cSld name="TITLE_ONLY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8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terodactyl">
  <p:cSld name="TITLE_ONLY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" name="Google Shape;6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Diplodocus">
  <p:cSld name="TITLE_ONLY_1_1_1_1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82050" y="1633651"/>
            <a:ext cx="6979800" cy="23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1pPr>
            <a:lvl2pPr marL="914400" lvl="1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2pPr>
            <a:lvl3pPr marL="1371600" lvl="2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3pPr>
            <a:lvl4pPr marL="1828800" lvl="3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4pPr>
            <a:lvl5pPr marL="2286000" lvl="4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5pPr>
            <a:lvl6pPr marL="2743200" lvl="5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6pPr>
            <a:lvl7pPr marL="3200400" lvl="6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7pPr>
            <a:lvl8pPr marL="3657600" lvl="7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8pPr>
            <a:lvl9pPr marL="4114800" lvl="8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60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ctrTitle"/>
          </p:nvPr>
        </p:nvSpPr>
        <p:spPr>
          <a:xfrm>
            <a:off x="1905000" y="1962150"/>
            <a:ext cx="5288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Matematika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SD </a:t>
            </a:r>
            <a:r>
              <a:rPr lang="en-US" dirty="0" err="1" smtClean="0"/>
              <a:t>Kelas</a:t>
            </a:r>
            <a:r>
              <a:rPr lang="en-US" dirty="0" smtClean="0"/>
              <a:t> 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M1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BILANGAN</a:t>
            </a:r>
          </a:p>
          <a:p>
            <a:pPr algn="ctr">
              <a:buClr>
                <a:schemeClr val="dk1"/>
              </a:buClr>
              <a:buSzPts val="1100"/>
            </a:pPr>
            <a:endParaRPr lang="en" b="1" dirty="0" smtClean="0"/>
          </a:p>
          <a:p>
            <a:pPr algn="ctr"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b="1" dirty="0" smtClean="0"/>
              <a:t>50.987 + 45.678 = </a:t>
            </a:r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b="1" dirty="0" smtClean="0"/>
              <a:t>98.000 – 56.000 =</a:t>
            </a:r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b="1" dirty="0" smtClean="0"/>
              <a:t>8 X 9 =</a:t>
            </a:r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b="1" dirty="0" smtClean="0"/>
              <a:t>125 : 5 = </a:t>
            </a:r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b="1" dirty="0"/>
              <a:t>2 x 4 x (10 - 6) + (3 x 6) : 2 =</a:t>
            </a:r>
            <a:endParaRPr lang="en" b="1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M2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SATUAN UKUR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sz="1200" b="1" dirty="0" smtClean="0"/>
              <a:t>5 jam =  …….. </a:t>
            </a:r>
            <a:r>
              <a:rPr lang="en-US" sz="1200" b="1" dirty="0" smtClean="0"/>
              <a:t>D</a:t>
            </a:r>
            <a:r>
              <a:rPr lang="en" sz="1200" b="1" dirty="0" smtClean="0"/>
              <a:t>etik</a:t>
            </a:r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sz="1200" b="1" dirty="0" smtClean="0"/>
              <a:t>2 tahun = ……… hari</a:t>
            </a:r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sz="1200" b="1" dirty="0" smtClean="0"/>
              <a:t>3 dm^3 = ……..mm^3</a:t>
            </a:r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sz="1200" b="1" dirty="0" smtClean="0"/>
              <a:t>5 cm^3 = ………km^3</a:t>
            </a:r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sz="1200" b="1" dirty="0" smtClean="0"/>
              <a:t>10 hm^3 = ……… m^3</a:t>
            </a: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1330199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M3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LUAS DAN KELILING BANGUN DATAR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sz="1200" b="1" dirty="0" err="1" smtClean="0"/>
              <a:t>Diketahui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persegi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mempunyai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5 cm </a:t>
            </a:r>
            <a:r>
              <a:rPr lang="en-US" sz="1200" b="1" dirty="0" err="1" smtClean="0"/>
              <a:t>dan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lebar</a:t>
            </a:r>
            <a:r>
              <a:rPr lang="en-US" sz="1200" b="1" dirty="0" smtClean="0"/>
              <a:t> 12 cm. </a:t>
            </a:r>
            <a:r>
              <a:rPr lang="en-US" sz="1200" b="1" dirty="0" err="1" smtClean="0"/>
              <a:t>hitunglah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luas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keliling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persegi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berikut</a:t>
            </a:r>
            <a:r>
              <a:rPr lang="en-US" sz="1200" b="1" dirty="0" smtClean="0"/>
              <a:t>!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sz="1200" b="1" dirty="0" err="1" smtClean="0"/>
              <a:t>Diketahui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sisi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persegi</a:t>
            </a:r>
            <a:r>
              <a:rPr lang="en-US" sz="1200" b="1" dirty="0" smtClean="0"/>
              <a:t> 6 cm. </a:t>
            </a:r>
            <a:r>
              <a:rPr lang="en-US" sz="1200" b="1" dirty="0" err="1" smtClean="0"/>
              <a:t>hitunglah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luas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keliling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persegi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tersebut</a:t>
            </a:r>
            <a:r>
              <a:rPr lang="en-US" sz="1200" b="1" dirty="0" smtClean="0"/>
              <a:t>!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sz="1200" b="1" dirty="0" err="1" smtClean="0"/>
              <a:t>Diketahui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segitiga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mempunyai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ukuran</a:t>
            </a:r>
            <a:r>
              <a:rPr lang="en-US" sz="1200" b="1" dirty="0" smtClean="0"/>
              <a:t> a = 6 cm </a:t>
            </a:r>
            <a:r>
              <a:rPr lang="en-US" sz="1200" b="1" dirty="0" err="1" smtClean="0"/>
              <a:t>dan</a:t>
            </a:r>
            <a:r>
              <a:rPr lang="en-US" sz="1200" b="1" dirty="0" smtClean="0"/>
              <a:t> t = 12 cm. </a:t>
            </a:r>
            <a:r>
              <a:rPr lang="en-US" sz="1200" b="1" dirty="0" err="1" smtClean="0"/>
              <a:t>hitunglah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luas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segitiga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tersebut</a:t>
            </a:r>
            <a:r>
              <a:rPr lang="en-US" sz="1200" b="1" dirty="0" smtClean="0"/>
              <a:t>!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sz="1200" b="1" dirty="0" smtClean="0"/>
              <a:t>Dari </a:t>
            </a:r>
            <a:r>
              <a:rPr lang="en-US" sz="1200" b="1" dirty="0" err="1" smtClean="0"/>
              <a:t>soal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nomor</a:t>
            </a:r>
            <a:r>
              <a:rPr lang="en-US" sz="1200" b="1" dirty="0" smtClean="0"/>
              <a:t> 3, </a:t>
            </a:r>
            <a:r>
              <a:rPr lang="en-US" sz="1200" b="1" dirty="0" err="1" smtClean="0"/>
              <a:t>hitunglah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kelilih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segitiga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tersebut</a:t>
            </a:r>
            <a:r>
              <a:rPr lang="en-US" sz="1200" b="1" dirty="0" smtClean="0"/>
              <a:t>!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279792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M4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SIMETRI LIPAT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200" b="1" dirty="0" smtClean="0"/>
              <a:t>B</a:t>
            </a:r>
            <a:r>
              <a:rPr lang="en" sz="1200" b="1" dirty="0" smtClean="0"/>
              <a:t>erapa jumlah simetri lipat pada persegi panjang?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200" b="1" dirty="0"/>
              <a:t>B</a:t>
            </a:r>
            <a:r>
              <a:rPr lang="en" sz="1200" b="1" dirty="0"/>
              <a:t>erapa jumlah simetri lipat pada </a:t>
            </a:r>
            <a:r>
              <a:rPr lang="en" sz="1200" b="1" dirty="0" smtClean="0"/>
              <a:t>persegi?</a:t>
            </a:r>
            <a:endParaRPr lang="en" sz="1200" b="1" dirty="0"/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200" b="1" dirty="0"/>
              <a:t>B</a:t>
            </a:r>
            <a:r>
              <a:rPr lang="en" sz="1200" b="1" dirty="0"/>
              <a:t>erapa jumlah simetri lipat pada </a:t>
            </a:r>
            <a:r>
              <a:rPr lang="en" sz="1200" b="1" dirty="0" smtClean="0"/>
              <a:t>lingkaran?</a:t>
            </a:r>
            <a:endParaRPr lang="en" sz="1200" b="1" dirty="0"/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200" b="1" dirty="0"/>
              <a:t>B</a:t>
            </a:r>
            <a:r>
              <a:rPr lang="en" sz="1200" b="1" dirty="0"/>
              <a:t>erapa jumlah simetri lipat pada </a:t>
            </a:r>
            <a:r>
              <a:rPr lang="en" sz="1200" b="1" dirty="0" smtClean="0"/>
              <a:t>segitiga sama sisi?</a:t>
            </a:r>
            <a:endParaRPr lang="en" sz="1200" b="1" dirty="0"/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200" b="1" dirty="0"/>
              <a:t>B</a:t>
            </a:r>
            <a:r>
              <a:rPr lang="en" sz="1200" b="1" dirty="0"/>
              <a:t>erapa jumlah simetri lipat pada </a:t>
            </a:r>
            <a:r>
              <a:rPr lang="en" sz="1200" b="1" dirty="0" smtClean="0"/>
              <a:t>trapesium?</a:t>
            </a:r>
            <a:endParaRPr lang="en" sz="1200" b="1" dirty="0"/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234726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M5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KELIPATAN DAN FAKTOR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200" b="1" dirty="0"/>
              <a:t>B</a:t>
            </a:r>
            <a:r>
              <a:rPr lang="en" sz="1200" b="1" dirty="0"/>
              <a:t>ilangan – bilangan  kelipatan 2 adalah </a:t>
            </a:r>
            <a:endParaRPr lang="en" sz="1200" b="1" dirty="0" smtClean="0"/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" sz="1200" b="1" dirty="0" smtClean="0"/>
              <a:t>Bilangan </a:t>
            </a:r>
            <a:r>
              <a:rPr lang="en" sz="1200" b="1" dirty="0"/>
              <a:t>– bilangan kelipatan 4 </a:t>
            </a:r>
            <a:r>
              <a:rPr lang="en" sz="1200" b="1" dirty="0" smtClean="0"/>
              <a:t>adalah</a:t>
            </a:r>
            <a:endParaRPr lang="en" sz="1200" b="1" dirty="0" smtClean="0"/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b="1" dirty="0" err="1"/>
              <a:t>Faktor</a:t>
            </a:r>
            <a:r>
              <a:rPr lang="en-US" b="1" dirty="0"/>
              <a:t> </a:t>
            </a:r>
            <a:r>
              <a:rPr lang="en-US" b="1" dirty="0" err="1"/>
              <a:t>bilangan</a:t>
            </a:r>
            <a:r>
              <a:rPr lang="en-US" b="1" dirty="0"/>
              <a:t> </a:t>
            </a:r>
            <a:r>
              <a:rPr lang="en-US" b="1" dirty="0" err="1"/>
              <a:t>dari</a:t>
            </a:r>
            <a:r>
              <a:rPr lang="en-US" b="1" dirty="0"/>
              <a:t> 28 </a:t>
            </a:r>
            <a:r>
              <a:rPr lang="en-US" b="1" dirty="0" err="1"/>
              <a:t>adalah</a:t>
            </a: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913493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M6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PENGENALAN BANGUN RUANG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b="1" dirty="0" smtClean="0"/>
              <a:t>S</a:t>
            </a:r>
            <a:r>
              <a:rPr lang="en" b="1" dirty="0" smtClean="0"/>
              <a:t>ebutkan sifat – sifat balok!</a:t>
            </a:r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b="1" dirty="0"/>
              <a:t>S</a:t>
            </a:r>
            <a:r>
              <a:rPr lang="en" b="1" dirty="0"/>
              <a:t>ebutkan sifat – sifat </a:t>
            </a:r>
            <a:r>
              <a:rPr lang="en" b="1" dirty="0" smtClean="0"/>
              <a:t>tabung!</a:t>
            </a:r>
            <a:endParaRPr lang="en" b="1" dirty="0"/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b="1" dirty="0"/>
              <a:t>S</a:t>
            </a:r>
            <a:r>
              <a:rPr lang="en" b="1" dirty="0"/>
              <a:t>ebutkan sifat – sifat </a:t>
            </a:r>
            <a:r>
              <a:rPr lang="en" b="1" dirty="0" smtClean="0"/>
              <a:t>kerucut!</a:t>
            </a:r>
            <a:endParaRPr lang="en" b="1" dirty="0"/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b="1" dirty="0"/>
              <a:t>S</a:t>
            </a:r>
            <a:r>
              <a:rPr lang="en" b="1" dirty="0"/>
              <a:t>ebutkan sifat – sifat </a:t>
            </a:r>
            <a:r>
              <a:rPr lang="en" b="1" dirty="0" smtClean="0"/>
              <a:t>bola!</a:t>
            </a:r>
            <a:endParaRPr lang="en" b="1" dirty="0"/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b="1" dirty="0"/>
              <a:t>S</a:t>
            </a:r>
            <a:r>
              <a:rPr lang="en" b="1" dirty="0"/>
              <a:t>ebutkan sifat – </a:t>
            </a:r>
            <a:r>
              <a:rPr lang="en" b="1"/>
              <a:t>sifat </a:t>
            </a:r>
            <a:r>
              <a:rPr lang="en" b="1" smtClean="0"/>
              <a:t>prisma!</a:t>
            </a:r>
            <a:endParaRPr lang="en" b="1" dirty="0"/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83775011"/>
      </p:ext>
    </p:extLst>
  </p:cSld>
  <p:clrMapOvr>
    <a:masterClrMapping/>
  </p:clrMapOvr>
</p:sld>
</file>

<file path=ppt/theme/theme1.xml><?xml version="1.0" encoding="utf-8"?>
<a:theme xmlns:a="http://schemas.openxmlformats.org/drawingml/2006/main" name="Bagot template">
  <a:themeElements>
    <a:clrScheme name="Custom 347">
      <a:dk1>
        <a:srgbClr val="143C55"/>
      </a:dk1>
      <a:lt1>
        <a:srgbClr val="FFFFFF"/>
      </a:lt1>
      <a:dk2>
        <a:srgbClr val="748C9C"/>
      </a:dk2>
      <a:lt2>
        <a:srgbClr val="F7F9EA"/>
      </a:lt2>
      <a:accent1>
        <a:srgbClr val="FEAB19"/>
      </a:accent1>
      <a:accent2>
        <a:srgbClr val="85CE5B"/>
      </a:accent2>
      <a:accent3>
        <a:srgbClr val="65C5DB"/>
      </a:accent3>
      <a:accent4>
        <a:srgbClr val="7D7FD0"/>
      </a:accent4>
      <a:accent5>
        <a:srgbClr val="FA7F99"/>
      </a:accent5>
      <a:accent6>
        <a:srgbClr val="FF4E45"/>
      </a:accent6>
      <a:hlink>
        <a:srgbClr val="26577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247</Words>
  <Application>Microsoft Office PowerPoint</Application>
  <PresentationFormat>On-screen Show (16:9)</PresentationFormat>
  <Paragraphs>56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Bellota Text Light</vt:lpstr>
      <vt:lpstr>Catamaran ExtraBold</vt:lpstr>
      <vt:lpstr>Catamaran</vt:lpstr>
      <vt:lpstr>Bagot template</vt:lpstr>
      <vt:lpstr>Matematika  SD Kelas 5</vt:lpstr>
      <vt:lpstr>M1</vt:lpstr>
      <vt:lpstr>M2</vt:lpstr>
      <vt:lpstr>M3</vt:lpstr>
      <vt:lpstr>M4</vt:lpstr>
      <vt:lpstr>M5</vt:lpstr>
      <vt:lpstr>M6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Matematika  SD Kelas 5</dc:title>
  <dc:creator>ASUS</dc:creator>
  <cp:lastModifiedBy>ismail - [2010]</cp:lastModifiedBy>
  <cp:revision>18</cp:revision>
  <dcterms:modified xsi:type="dcterms:W3CDTF">2020-07-16T06:41:51Z</dcterms:modified>
</cp:coreProperties>
</file>