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8" r:id="rId1"/>
  </p:sldMasterIdLst>
  <p:notesMasterIdLst>
    <p:notesMasterId r:id="rId13"/>
  </p:notesMasterIdLst>
  <p:sldIdLst>
    <p:sldId id="256" r:id="rId2"/>
    <p:sldId id="257" r:id="rId3"/>
    <p:sldId id="285" r:id="rId4"/>
    <p:sldId id="286" r:id="rId5"/>
    <p:sldId id="290" r:id="rId6"/>
    <p:sldId id="291" r:id="rId7"/>
    <p:sldId id="292" r:id="rId8"/>
    <p:sldId id="293" r:id="rId9"/>
    <p:sldId id="294" r:id="rId10"/>
    <p:sldId id="295" r:id="rId11"/>
    <p:sldId id="296" r:id="rId12"/>
  </p:sldIdLst>
  <p:sldSz cx="9144000" cy="5143500" type="screen16x9"/>
  <p:notesSz cx="6858000" cy="9144000"/>
  <p:embeddedFontLst>
    <p:embeddedFont>
      <p:font typeface="Bellota Text Light" charset="0"/>
      <p:regular r:id="rId14"/>
      <p:bold r:id="rId15"/>
      <p:italic r:id="rId16"/>
      <p:boldItalic r:id="rId17"/>
    </p:embeddedFont>
    <p:embeddedFont>
      <p:font typeface="Catamaran ExtraBold" charset="0"/>
      <p:bold r:id="rId18"/>
    </p:embeddedFont>
    <p:embeddedFont>
      <p:font typeface="Catamaran" charset="0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182B24A4-CE14-4CFF-B1E5-92728488463D}">
  <a:tblStyle styleId="{182B24A4-CE14-4CFF-B1E5-92728488463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011" autoAdjust="0"/>
  </p:normalViewPr>
  <p:slideViewPr>
    <p:cSldViewPr>
      <p:cViewPr>
        <p:scale>
          <a:sx n="89" d="100"/>
          <a:sy n="89" d="100"/>
        </p:scale>
        <p:origin x="-72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694728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>
            <a:off x="1630650" y="1333450"/>
            <a:ext cx="5882700" cy="2476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828800" y="1493525"/>
            <a:ext cx="5486400" cy="215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" name="Google Shape;40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3974875"/>
            <a:ext cx="91440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 flipH="1">
            <a:off x="544005" y="1061352"/>
            <a:ext cx="382111" cy="423375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1082050" y="11277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1082050" y="1633650"/>
            <a:ext cx="3313800" cy="251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●"/>
              <a:defRPr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2"/>
          </p:nvPr>
        </p:nvSpPr>
        <p:spPr>
          <a:xfrm>
            <a:off x="4747958" y="1633650"/>
            <a:ext cx="3313800" cy="251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●"/>
              <a:defRPr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Tyrannosaurus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" name="Google Shape;5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479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Plesiosaur">
  <p:cSld name="TITLE_ONLY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" name="Google Shape;6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8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Diplodocus">
  <p:cSld name="TITLE_ONLY_1_1_1_1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" name="Google Shape;8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82050" y="1127750"/>
            <a:ext cx="69798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82050" y="1633651"/>
            <a:ext cx="6979800" cy="23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1pPr>
            <a:lvl2pPr marL="914400" lvl="1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2pPr>
            <a:lvl3pPr marL="1371600" lvl="2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3pPr>
            <a:lvl4pPr marL="1828800" lvl="3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4pPr>
            <a:lvl5pPr marL="2286000" lvl="4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5pPr>
            <a:lvl6pPr marL="2743200" lvl="5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6pPr>
            <a:lvl7pPr marL="3200400" lvl="6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7pPr>
            <a:lvl8pPr marL="3657600" lvl="7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8pPr>
            <a:lvl9pPr marL="4114800" lvl="8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lvl="2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lvl="3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lvl="4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lvl="5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lvl="6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lvl="7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lvl="8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5" r:id="rId3"/>
    <p:sldLayoutId id="2147483656" r:id="rId4"/>
    <p:sldLayoutId id="2147483660" r:id="rId5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ademia.edu/37217715/BUKU_BAHASA_INGGRIS_SD_KELAS_4_1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>
            <a:spLocks noGrp="1"/>
          </p:cNvSpPr>
          <p:nvPr>
            <p:ph type="ctrTitle"/>
          </p:nvPr>
        </p:nvSpPr>
        <p:spPr>
          <a:xfrm>
            <a:off x="1828800" y="1493525"/>
            <a:ext cx="5486400" cy="215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 smtClean="0"/>
              <a:t>Bahasa</a:t>
            </a:r>
            <a:r>
              <a:rPr lang="en-US" dirty="0" smtClean="0"/>
              <a:t> </a:t>
            </a:r>
            <a:r>
              <a:rPr lang="en-US" dirty="0" err="1" smtClean="0"/>
              <a:t>Inggris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SD </a:t>
            </a:r>
            <a:r>
              <a:rPr lang="en-US" dirty="0" err="1" smtClean="0"/>
              <a:t>Kelas</a:t>
            </a:r>
            <a:r>
              <a:rPr lang="en-US" dirty="0" smtClean="0"/>
              <a:t> 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M1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914400" y="895350"/>
            <a:ext cx="7315200" cy="35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DIRECTIONS AND LOCATION</a:t>
            </a:r>
            <a:endParaRPr lang="en" sz="1200" b="1" dirty="0" smtClean="0"/>
          </a:p>
          <a:p>
            <a:pPr marL="0" lvl="0" indent="0" algn="ctr">
              <a:buClr>
                <a:schemeClr val="dk1"/>
              </a:buClr>
              <a:buSzPts val="1100"/>
              <a:buNone/>
            </a:pPr>
            <a:endParaRPr lang="en" sz="1200" dirty="0" smtClean="0"/>
          </a:p>
          <a:p>
            <a:pPr marL="101600" indent="0" fontAlgn="base">
              <a:buNone/>
            </a:pPr>
            <a:r>
              <a:rPr lang="en-US" sz="1100" b="1" dirty="0"/>
              <a:t>Read the text carefully</a:t>
            </a:r>
            <a:r>
              <a:rPr lang="en-US" sz="1100" b="1" dirty="0" smtClean="0"/>
              <a:t>!</a:t>
            </a:r>
            <a:endParaRPr lang="en-US" sz="1100" dirty="0" smtClean="0"/>
          </a:p>
          <a:p>
            <a:pPr marL="101600" indent="0" fontAlgn="base">
              <a:buNone/>
            </a:pPr>
            <a:r>
              <a:rPr lang="en-US" sz="1100" b="1" dirty="0" smtClean="0"/>
              <a:t>	My name is </a:t>
            </a:r>
            <a:r>
              <a:rPr lang="en-US" sz="1100" b="1" dirty="0" err="1" smtClean="0"/>
              <a:t>Ani</a:t>
            </a:r>
            <a:r>
              <a:rPr lang="en-US" sz="1100" b="1" dirty="0" smtClean="0"/>
              <a:t>. I live on </a:t>
            </a:r>
            <a:r>
              <a:rPr lang="en-US" sz="1100" b="1" dirty="0" err="1" smtClean="0"/>
              <a:t>Jl.Dahlia</a:t>
            </a:r>
            <a:r>
              <a:rPr lang="en-US" sz="1100" b="1" dirty="0" smtClean="0"/>
              <a:t>. My house is near the post office. Today, my mother asks me to accompany her to the supermarket. The supermarket is on </a:t>
            </a:r>
            <a:r>
              <a:rPr lang="en-US" sz="1100" b="1" dirty="0" err="1" smtClean="0"/>
              <a:t>Jl.Anggrek</a:t>
            </a:r>
            <a:r>
              <a:rPr lang="en-US" sz="1100" b="1" dirty="0" smtClean="0"/>
              <a:t>. There are many public places along this street.</a:t>
            </a:r>
          </a:p>
          <a:p>
            <a:pPr marL="101600" indent="0" fontAlgn="base">
              <a:buNone/>
            </a:pPr>
            <a:r>
              <a:rPr lang="en-US" sz="1100" b="1" dirty="0" smtClean="0"/>
              <a:t>	The </a:t>
            </a:r>
            <a:r>
              <a:rPr lang="en-US" sz="1100" b="1" dirty="0"/>
              <a:t>park is in the corner, near the </a:t>
            </a:r>
            <a:r>
              <a:rPr lang="en-US" sz="1100" b="1" dirty="0" err="1"/>
              <a:t>library.There</a:t>
            </a:r>
            <a:r>
              <a:rPr lang="en-US" sz="1100" b="1" dirty="0"/>
              <a:t> is a bank across from the police station. There is also a cinema. It is beside the bakery. At last the supermarket itself. It is between the drugstore and the bus station.</a:t>
            </a:r>
          </a:p>
          <a:p>
            <a:pPr marL="101600" indent="0" fontAlgn="base">
              <a:buNone/>
            </a:pPr>
            <a:r>
              <a:rPr lang="en-US" sz="1100" b="1" dirty="0"/>
              <a:t>Answer the questions based on the text</a:t>
            </a:r>
            <a:r>
              <a:rPr lang="en-US" sz="1100" b="1" dirty="0" smtClean="0"/>
              <a:t>!</a:t>
            </a:r>
            <a:endParaRPr lang="en-US" sz="1100" dirty="0"/>
          </a:p>
          <a:p>
            <a:pPr marL="101600" indent="0" fontAlgn="base">
              <a:buNone/>
            </a:pPr>
            <a:r>
              <a:rPr lang="en-US" sz="1100" b="1" dirty="0"/>
              <a:t>1. Where does </a:t>
            </a:r>
            <a:r>
              <a:rPr lang="en-US" sz="1100" b="1" dirty="0" err="1"/>
              <a:t>Ani</a:t>
            </a:r>
            <a:r>
              <a:rPr lang="en-US" sz="1100" b="1" dirty="0"/>
              <a:t> live?</a:t>
            </a:r>
          </a:p>
          <a:p>
            <a:pPr marL="101600" indent="0" fontAlgn="base">
              <a:buNone/>
            </a:pPr>
            <a:r>
              <a:rPr lang="en-US" sz="1100" b="1" dirty="0"/>
              <a:t>2. Where does her mother want to go?</a:t>
            </a:r>
          </a:p>
          <a:p>
            <a:pPr marL="101600" indent="0" fontAlgn="base">
              <a:buNone/>
            </a:pPr>
            <a:r>
              <a:rPr lang="en-US" sz="1100" b="1" dirty="0"/>
              <a:t>3. Where is the bank?</a:t>
            </a:r>
          </a:p>
          <a:p>
            <a:pPr marL="101600" indent="0" fontAlgn="base">
              <a:buNone/>
            </a:pPr>
            <a:r>
              <a:rPr lang="en-US" sz="1100" b="1" dirty="0"/>
              <a:t>4. Where is the cinema?</a:t>
            </a:r>
          </a:p>
          <a:p>
            <a:pPr marL="101600" indent="0" fontAlgn="base">
              <a:buNone/>
            </a:pPr>
            <a:r>
              <a:rPr lang="en-US" sz="1100" b="1" dirty="0"/>
              <a:t>5. Where is the supermarket?</a:t>
            </a:r>
          </a:p>
          <a:p>
            <a:pPr marL="101600" indent="0">
              <a:buNone/>
            </a:pPr>
            <a:r>
              <a:rPr lang="en-US" sz="1100" dirty="0"/>
              <a:t/>
            </a:r>
            <a:br>
              <a:rPr lang="en-US" sz="1100" dirty="0"/>
            </a:br>
            <a:endParaRPr lang="en" sz="1100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M2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895350"/>
            <a:ext cx="7467600" cy="3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OWNERSHIP (KEPEMILIKAN)</a:t>
            </a:r>
            <a:endParaRPr lang="en" sz="1200" b="1" dirty="0" smtClean="0"/>
          </a:p>
          <a:p>
            <a:pPr marL="0" lvl="0" indent="0" algn="ctr">
              <a:buClr>
                <a:schemeClr val="dk1"/>
              </a:buClr>
              <a:buSzPts val="1100"/>
              <a:buNone/>
            </a:pPr>
            <a:endParaRPr lang="en" sz="1200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 dirty="0" smtClean="0"/>
              <a:t>T</a:t>
            </a:r>
            <a:r>
              <a:rPr lang="en" sz="1100" b="1" dirty="0" smtClean="0"/>
              <a:t>erjemahkan kedalam bahasa inggris!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100" b="1" dirty="0" smtClean="0"/>
              <a:t>Saya mempunyai sebuah rumah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 sz="1100" b="1" dirty="0" smtClean="0"/>
              <a:t>R</a:t>
            </a:r>
            <a:r>
              <a:rPr lang="en" sz="1100" b="1" dirty="0" smtClean="0"/>
              <a:t>indi mempunyai sebuah buku cerita.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 sz="1100" b="1" dirty="0" smtClean="0"/>
              <a:t>B</a:t>
            </a:r>
            <a:r>
              <a:rPr lang="en" sz="1100" b="1" dirty="0" smtClean="0"/>
              <a:t>ibi saya mempunyai seekor kucing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 sz="1100" b="1" dirty="0" smtClean="0"/>
              <a:t>K</a:t>
            </a:r>
            <a:r>
              <a:rPr lang="en" sz="1100" b="1" dirty="0" smtClean="0"/>
              <a:t>ami mempunyai sebuah mobil baru 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 sz="1100" b="1" dirty="0" smtClean="0"/>
              <a:t>A</a:t>
            </a:r>
            <a:r>
              <a:rPr lang="en" sz="1100" b="1" dirty="0" smtClean="0"/>
              <a:t>lya memiliki laptop baru</a:t>
            </a:r>
            <a:endParaRPr lang="en" sz="1100" b="1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0076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M3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895350"/>
            <a:ext cx="7467600" cy="3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Reading Comprehension</a:t>
            </a:r>
          </a:p>
          <a:p>
            <a:pPr marL="0" lvl="0" indent="0" algn="ctr">
              <a:buClr>
                <a:schemeClr val="dk1"/>
              </a:buClr>
              <a:buSzPts val="1100"/>
              <a:buNone/>
            </a:pPr>
            <a:endParaRPr lang="en" sz="1200" dirty="0" smtClean="0"/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US" sz="1100" b="1" dirty="0" err="1"/>
              <a:t>Soal</a:t>
            </a:r>
            <a:r>
              <a:rPr lang="en-US" sz="1100" b="1" dirty="0"/>
              <a:t> </a:t>
            </a:r>
            <a:r>
              <a:rPr lang="en-US" sz="1100" b="1" dirty="0" err="1"/>
              <a:t>Latihan</a:t>
            </a:r>
            <a:r>
              <a:rPr lang="en-US" sz="1100" b="1" dirty="0"/>
              <a:t/>
            </a:r>
            <a:br>
              <a:rPr lang="en-US" sz="1100" b="1" dirty="0"/>
            </a:br>
            <a:r>
              <a:rPr lang="en-US" sz="1100" b="1" dirty="0"/>
              <a:t>I. Fill in the blanks with the words bellow!</a:t>
            </a:r>
            <a:r>
              <a:rPr lang="en-US" sz="1100" b="1" dirty="0"/>
              <a:t/>
            </a:r>
            <a:br>
              <a:rPr lang="en-US" sz="1100" b="1" dirty="0"/>
            </a:br>
            <a:r>
              <a:rPr lang="en-US" sz="1100" b="1" dirty="0"/>
              <a:t>a. emperor                  f. head of district</a:t>
            </a:r>
            <a:r>
              <a:rPr lang="en-US" sz="1100" b="1" dirty="0"/>
              <a:t/>
            </a:r>
            <a:br>
              <a:rPr lang="en-US" sz="1100" b="1" dirty="0"/>
            </a:br>
            <a:r>
              <a:rPr lang="en-US" sz="1100" b="1" dirty="0"/>
              <a:t>b. empire                   g. king</a:t>
            </a:r>
            <a:r>
              <a:rPr lang="en-US" sz="1100" b="1" dirty="0"/>
              <a:t/>
            </a:r>
            <a:br>
              <a:rPr lang="en-US" sz="1100" b="1" dirty="0"/>
            </a:br>
            <a:r>
              <a:rPr lang="en-US" sz="1100" b="1" dirty="0"/>
              <a:t>c. province                 h. president</a:t>
            </a:r>
            <a:r>
              <a:rPr lang="en-US" sz="1100" b="1" dirty="0"/>
              <a:t/>
            </a:r>
            <a:br>
              <a:rPr lang="en-US" sz="1100" b="1" dirty="0"/>
            </a:br>
            <a:r>
              <a:rPr lang="en-US" sz="1100" b="1" dirty="0"/>
              <a:t>d. village chief           i. regency</a:t>
            </a:r>
            <a:r>
              <a:rPr lang="en-US" sz="1100" b="1" dirty="0"/>
              <a:t/>
            </a:r>
            <a:br>
              <a:rPr lang="en-US" sz="1100" b="1" dirty="0"/>
            </a:br>
            <a:r>
              <a:rPr lang="en-US" sz="1100" b="1" dirty="0"/>
              <a:t>e. major                      j. republic</a:t>
            </a:r>
            <a:r>
              <a:rPr lang="en-US" sz="1100" dirty="0"/>
              <a:t/>
            </a:r>
            <a:br>
              <a:rPr lang="en-US" sz="1100" dirty="0"/>
            </a:br>
            <a:r>
              <a:rPr lang="en-US" sz="1100" dirty="0"/>
              <a:t/>
            </a:r>
            <a:br>
              <a:rPr lang="en-US" sz="1100" dirty="0"/>
            </a:br>
            <a:r>
              <a:rPr lang="en-US" sz="1100" b="1" dirty="0"/>
              <a:t>1. A .... leads a kingdom</a:t>
            </a:r>
            <a:r>
              <a:rPr lang="en-US" sz="1100" b="1" dirty="0"/>
              <a:t/>
            </a:r>
            <a:br>
              <a:rPr lang="en-US" sz="1100" b="1" dirty="0"/>
            </a:br>
            <a:r>
              <a:rPr lang="en-US" sz="1100" b="1" dirty="0"/>
              <a:t>2. </a:t>
            </a:r>
            <a:r>
              <a:rPr lang="en-US" sz="1100" b="1" dirty="0" err="1"/>
              <a:t>Joko</a:t>
            </a:r>
            <a:r>
              <a:rPr lang="en-US" sz="1100" b="1" dirty="0"/>
              <a:t> </a:t>
            </a:r>
            <a:r>
              <a:rPr lang="en-US" sz="1100" b="1" dirty="0" err="1"/>
              <a:t>Widodo</a:t>
            </a:r>
            <a:r>
              <a:rPr lang="en-US" sz="1100" b="1" dirty="0"/>
              <a:t> is a ....</a:t>
            </a:r>
            <a:r>
              <a:rPr lang="en-US" sz="1100" b="1" dirty="0"/>
              <a:t/>
            </a:r>
            <a:br>
              <a:rPr lang="en-US" sz="1100" b="1" dirty="0"/>
            </a:br>
            <a:r>
              <a:rPr lang="en-US" sz="1100" b="1" dirty="0"/>
              <a:t>3. An .... leads a empire.</a:t>
            </a:r>
            <a:r>
              <a:rPr lang="en-US" sz="1100" b="1" dirty="0"/>
              <a:t/>
            </a:r>
            <a:br>
              <a:rPr lang="en-US" sz="1100" b="1" dirty="0"/>
            </a:br>
            <a:r>
              <a:rPr lang="en-US" sz="1100" b="1" dirty="0"/>
              <a:t>4. A .... leads a municipality.</a:t>
            </a:r>
            <a:r>
              <a:rPr lang="en-US" sz="1100" b="1" dirty="0"/>
              <a:t/>
            </a:r>
            <a:br>
              <a:rPr lang="en-US" sz="1100" b="1" dirty="0"/>
            </a:br>
            <a:r>
              <a:rPr lang="en-US" sz="1100" b="1" dirty="0"/>
              <a:t>5. A .... leads a village</a:t>
            </a:r>
            <a:endParaRPr lang="en" sz="1100" b="1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		</a:t>
            </a:r>
            <a:endParaRPr lang="en" sz="1100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427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M4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742950"/>
            <a:ext cx="7467600" cy="419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Action</a:t>
            </a:r>
          </a:p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What is she doing?</a:t>
            </a:r>
          </a:p>
          <a:p>
            <a:pPr marL="0" lvl="0" indent="0" algn="ctr">
              <a:buClr>
                <a:schemeClr val="dk1"/>
              </a:buClr>
              <a:buSzPts val="1100"/>
              <a:buNone/>
            </a:pPr>
            <a:endParaRPr lang="en" sz="1200" b="1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504950"/>
            <a:ext cx="4667250" cy="2684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53674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M4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742950"/>
            <a:ext cx="7467600" cy="419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Action</a:t>
            </a:r>
          </a:p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What are they doing?</a:t>
            </a:r>
          </a:p>
          <a:p>
            <a:pPr marL="0" lvl="0" indent="0" algn="ctr">
              <a:buClr>
                <a:schemeClr val="dk1"/>
              </a:buClr>
              <a:buSzPts val="1100"/>
              <a:buNone/>
            </a:pPr>
            <a:endParaRPr lang="en" sz="1200" b="1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504950"/>
            <a:ext cx="3810000" cy="2740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7894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M5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742950"/>
            <a:ext cx="7467600" cy="419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Action</a:t>
            </a:r>
          </a:p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Telling Time</a:t>
            </a:r>
          </a:p>
          <a:p>
            <a:pPr marL="228600" lvl="0" indent="-228600" algn="just">
              <a:buClr>
                <a:schemeClr val="dk1"/>
              </a:buClr>
              <a:buSzPts val="1100"/>
              <a:buAutoNum type="alphaUcPeriod"/>
            </a:pPr>
            <a:r>
              <a:rPr lang="en" sz="1200" b="1" dirty="0" smtClean="0"/>
              <a:t>Asking for the time</a:t>
            </a:r>
          </a:p>
          <a:p>
            <a:pPr marL="171450" lvl="0" indent="-171450" algn="just">
              <a:buClr>
                <a:schemeClr val="dk1"/>
              </a:buClr>
              <a:buSzPts val="1100"/>
              <a:buFont typeface="Wingdings" pitchFamily="2" charset="2"/>
              <a:buChar char="ü"/>
            </a:pPr>
            <a:r>
              <a:rPr lang="en" sz="1200" b="1" dirty="0" smtClean="0"/>
              <a:t>What time is it?</a:t>
            </a:r>
          </a:p>
          <a:p>
            <a:pPr marL="171450" lvl="0" indent="-171450" algn="just">
              <a:buClr>
                <a:schemeClr val="dk1"/>
              </a:buClr>
              <a:buSzPts val="1100"/>
              <a:buFont typeface="Wingdings" pitchFamily="2" charset="2"/>
              <a:buChar char="ü"/>
            </a:pPr>
            <a:r>
              <a:rPr lang="en" sz="1200" b="1" dirty="0" smtClean="0"/>
              <a:t>What’s the time?</a:t>
            </a:r>
          </a:p>
          <a:p>
            <a:pPr marL="171450" lvl="0" indent="-171450" algn="just">
              <a:buClr>
                <a:schemeClr val="dk1"/>
              </a:buClr>
              <a:buSzPts val="1100"/>
              <a:buFont typeface="Wingdings" pitchFamily="2" charset="2"/>
              <a:buChar char="ü"/>
            </a:pPr>
            <a:r>
              <a:rPr lang="en" sz="1200" b="1" dirty="0" smtClean="0"/>
              <a:t>Do you know what the time is</a:t>
            </a:r>
          </a:p>
          <a:p>
            <a:pPr marL="171450" lvl="0" indent="-171450" algn="just">
              <a:buClr>
                <a:schemeClr val="dk1"/>
              </a:buClr>
              <a:buSzPts val="1100"/>
              <a:buFont typeface="Wingdings" pitchFamily="2" charset="2"/>
              <a:buChar char="ü"/>
            </a:pPr>
            <a:r>
              <a:rPr lang="en" sz="1200" b="1" dirty="0" smtClean="0"/>
              <a:t>Excuse me, have you got the time please?</a:t>
            </a:r>
          </a:p>
          <a:p>
            <a:pPr marL="171450" lvl="0" indent="-171450" algn="just">
              <a:buClr>
                <a:schemeClr val="dk1"/>
              </a:buClr>
              <a:buSzPts val="1100"/>
              <a:buFont typeface="Wingdings" pitchFamily="2" charset="2"/>
              <a:buChar char="ü"/>
            </a:pPr>
            <a:r>
              <a:rPr lang="en" sz="1200" b="1" dirty="0" smtClean="0"/>
              <a:t>Sorry, do you have the time please?</a:t>
            </a:r>
          </a:p>
          <a:p>
            <a:pPr marL="171450" lvl="0" indent="-171450" algn="just">
              <a:buClr>
                <a:schemeClr val="dk1"/>
              </a:buClr>
              <a:buSzPts val="1100"/>
              <a:buFont typeface="Wingdings" pitchFamily="2" charset="2"/>
              <a:buChar char="ü"/>
            </a:pPr>
            <a:r>
              <a:rPr lang="en" sz="1200" b="1" dirty="0" smtClean="0"/>
              <a:t>Sorry, could you tell me the time, please?</a:t>
            </a:r>
          </a:p>
          <a:p>
            <a:pPr marL="0" lvl="0" indent="0" algn="ctr">
              <a:buClr>
                <a:schemeClr val="dk1"/>
              </a:buClr>
              <a:buSzPts val="1100"/>
              <a:buNone/>
            </a:pPr>
            <a:endParaRPr lang="en" sz="1200" b="1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3768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M5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742950"/>
            <a:ext cx="7467600" cy="419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Action</a:t>
            </a:r>
          </a:p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Telling Time</a:t>
            </a:r>
          </a:p>
          <a:p>
            <a:pPr marL="0" lv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B. Write the time!</a:t>
            </a:r>
          </a:p>
          <a:p>
            <a:pPr marL="0" lvl="0" indent="0" algn="just">
              <a:buClr>
                <a:schemeClr val="dk1"/>
              </a:buClr>
              <a:buSzPts val="1100"/>
              <a:buNone/>
            </a:pPr>
            <a:endParaRPr lang="en" sz="1200" b="1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554488"/>
            <a:ext cx="3581400" cy="2812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21036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M6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742950"/>
            <a:ext cx="7467600" cy="419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Asking Personal Information</a:t>
            </a:r>
          </a:p>
          <a:p>
            <a:pPr marL="171450" indent="-171450" algn="just">
              <a:buClr>
                <a:schemeClr val="dk1"/>
              </a:buClr>
              <a:buSzPts val="1100"/>
            </a:pPr>
            <a:r>
              <a:rPr lang="en" sz="1200" b="1" dirty="0" smtClean="0"/>
              <a:t>Read the conversation below!</a:t>
            </a:r>
          </a:p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A : Hello, how are you?</a:t>
            </a:r>
          </a:p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B : I’m fine, thanks.</a:t>
            </a:r>
          </a:p>
          <a:p>
            <a:pPr marL="0" indent="0" algn="just">
              <a:buClr>
                <a:schemeClr val="dk1"/>
              </a:buClr>
              <a:buSzPts val="1100"/>
              <a:buNone/>
            </a:pPr>
            <a:endParaRPr lang="en" sz="1200" b="1" dirty="0" smtClean="0"/>
          </a:p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A</a:t>
            </a:r>
            <a:r>
              <a:rPr lang="en" sz="1200" b="1" dirty="0"/>
              <a:t> </a:t>
            </a:r>
            <a:r>
              <a:rPr lang="en" sz="1200" b="1" dirty="0" smtClean="0"/>
              <a:t>: What is your name?</a:t>
            </a:r>
          </a:p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B :My name is Adelia.</a:t>
            </a:r>
          </a:p>
          <a:p>
            <a:pPr marL="0" indent="0" algn="just">
              <a:buClr>
                <a:schemeClr val="dk1"/>
              </a:buClr>
              <a:buSzPts val="1100"/>
              <a:buNone/>
            </a:pPr>
            <a:endParaRPr lang="en" sz="1200" b="1" dirty="0"/>
          </a:p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A : Where do you come from?</a:t>
            </a:r>
          </a:p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B : I come from Jakarta</a:t>
            </a:r>
          </a:p>
          <a:p>
            <a:pPr marL="0" indent="0" algn="just">
              <a:buClr>
                <a:schemeClr val="dk1"/>
              </a:buClr>
              <a:buSzPts val="1100"/>
              <a:buNone/>
            </a:pPr>
            <a:endParaRPr lang="en" sz="1200" b="1" dirty="0"/>
          </a:p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A : What is your religion?</a:t>
            </a:r>
          </a:p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B : I am a moslem.</a:t>
            </a:r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0852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M6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742950"/>
            <a:ext cx="7467600" cy="419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Asking Personal Information</a:t>
            </a:r>
          </a:p>
          <a:p>
            <a:pPr marL="171450" indent="-171450" algn="just">
              <a:buClr>
                <a:schemeClr val="dk1"/>
              </a:buClr>
              <a:buSzPts val="1100"/>
            </a:pPr>
            <a:r>
              <a:rPr lang="en" sz="1200" b="1" dirty="0" smtClean="0"/>
              <a:t>Answer the questions with your personal information!</a:t>
            </a:r>
          </a:p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A : Hello, how are you?</a:t>
            </a:r>
          </a:p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B : ……………………………………………</a:t>
            </a:r>
          </a:p>
          <a:p>
            <a:pPr marL="0" indent="0" algn="just">
              <a:buClr>
                <a:schemeClr val="dk1"/>
              </a:buClr>
              <a:buSzPts val="1100"/>
              <a:buNone/>
            </a:pPr>
            <a:endParaRPr lang="en" sz="1200" b="1" dirty="0" smtClean="0"/>
          </a:p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A</a:t>
            </a:r>
            <a:r>
              <a:rPr lang="en" sz="1200" b="1" dirty="0"/>
              <a:t> </a:t>
            </a:r>
            <a:r>
              <a:rPr lang="en" sz="1200" b="1" dirty="0" smtClean="0"/>
              <a:t>: What is your name?</a:t>
            </a:r>
          </a:p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B : ………………………………………….</a:t>
            </a:r>
          </a:p>
          <a:p>
            <a:pPr marL="0" indent="0" algn="just">
              <a:buClr>
                <a:schemeClr val="dk1"/>
              </a:buClr>
              <a:buSzPts val="1100"/>
              <a:buNone/>
            </a:pPr>
            <a:endParaRPr lang="en" sz="1200" b="1" dirty="0"/>
          </a:p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A : Where do you come from?</a:t>
            </a:r>
          </a:p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B : …………………………………………..</a:t>
            </a:r>
          </a:p>
          <a:p>
            <a:pPr marL="0" indent="0" algn="just">
              <a:buClr>
                <a:schemeClr val="dk1"/>
              </a:buClr>
              <a:buSzPts val="1100"/>
              <a:buNone/>
            </a:pPr>
            <a:endParaRPr lang="en" sz="1200" b="1" dirty="0"/>
          </a:p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A : What is your religion?</a:t>
            </a:r>
          </a:p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B : ………………………………………………</a:t>
            </a:r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6681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M6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742950"/>
            <a:ext cx="7467600" cy="419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Daftar pustaka :</a:t>
            </a:r>
          </a:p>
          <a:p>
            <a:pPr marL="0" lv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English Bok, Elementary School, Grade 4. Link akses </a:t>
            </a:r>
          </a:p>
          <a:p>
            <a:pPr marL="0" lvl="0" indent="0" algn="just">
              <a:buClr>
                <a:schemeClr val="dk1"/>
              </a:buClr>
              <a:buSzPts val="1100"/>
              <a:buNone/>
            </a:pPr>
            <a:r>
              <a:rPr lang="en-US" sz="1200" b="1" dirty="0">
                <a:hlinkClick r:id="rId3"/>
              </a:rPr>
              <a:t>https://www.academia.edu/37217715/BUKU_BAHASA_INGGRIS_SD_KELAS_4_1</a:t>
            </a:r>
            <a:endParaRPr lang="en" sz="1200" b="1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1157976"/>
      </p:ext>
    </p:extLst>
  </p:cSld>
  <p:clrMapOvr>
    <a:masterClrMapping/>
  </p:clrMapOvr>
</p:sld>
</file>

<file path=ppt/theme/theme1.xml><?xml version="1.0" encoding="utf-8"?>
<a:theme xmlns:a="http://schemas.openxmlformats.org/drawingml/2006/main" name="Bagot template">
  <a:themeElements>
    <a:clrScheme name="Custom 347">
      <a:dk1>
        <a:srgbClr val="143C55"/>
      </a:dk1>
      <a:lt1>
        <a:srgbClr val="FFFFFF"/>
      </a:lt1>
      <a:dk2>
        <a:srgbClr val="748C9C"/>
      </a:dk2>
      <a:lt2>
        <a:srgbClr val="F7F9EA"/>
      </a:lt2>
      <a:accent1>
        <a:srgbClr val="FEAB19"/>
      </a:accent1>
      <a:accent2>
        <a:srgbClr val="85CE5B"/>
      </a:accent2>
      <a:accent3>
        <a:srgbClr val="65C5DB"/>
      </a:accent3>
      <a:accent4>
        <a:srgbClr val="7D7FD0"/>
      </a:accent4>
      <a:accent5>
        <a:srgbClr val="FA7F99"/>
      </a:accent5>
      <a:accent6>
        <a:srgbClr val="FF4E45"/>
      </a:accent6>
      <a:hlink>
        <a:srgbClr val="265775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281</Words>
  <Application>Microsoft Office PowerPoint</Application>
  <PresentationFormat>On-screen Show (16:9)</PresentationFormat>
  <Paragraphs>90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Bellota Text Light</vt:lpstr>
      <vt:lpstr>Catamaran ExtraBold</vt:lpstr>
      <vt:lpstr>Catamaran</vt:lpstr>
      <vt:lpstr>Wingdings</vt:lpstr>
      <vt:lpstr>Bagot template</vt:lpstr>
      <vt:lpstr>Bahasa Inggris  SD Kelas 4</vt:lpstr>
      <vt:lpstr>M1</vt:lpstr>
      <vt:lpstr>M2</vt:lpstr>
      <vt:lpstr>M3</vt:lpstr>
      <vt:lpstr>M4</vt:lpstr>
      <vt:lpstr>M4</vt:lpstr>
      <vt:lpstr>M5</vt:lpstr>
      <vt:lpstr>M5</vt:lpstr>
      <vt:lpstr>M6</vt:lpstr>
      <vt:lpstr>M6</vt:lpstr>
      <vt:lpstr>M6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Bahasa Inggris  SD Kelas 4</dc:title>
  <dc:creator>ASUS</dc:creator>
  <cp:lastModifiedBy>ismail - [2010]</cp:lastModifiedBy>
  <cp:revision>9</cp:revision>
  <dcterms:modified xsi:type="dcterms:W3CDTF">2020-07-16T06:27:56Z</dcterms:modified>
</cp:coreProperties>
</file>