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16"/>
  </p:notesMasterIdLst>
  <p:sldIdLst>
    <p:sldId id="256" r:id="rId2"/>
    <p:sldId id="257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</p:sldIdLst>
  <p:sldSz cx="9144000" cy="5143500" type="screen16x9"/>
  <p:notesSz cx="6858000" cy="9144000"/>
  <p:embeddedFontLst>
    <p:embeddedFont>
      <p:font typeface="Catamaran" charset="0"/>
      <p:regular r:id="rId17"/>
      <p:bold r:id="rId18"/>
    </p:embeddedFont>
    <p:embeddedFont>
      <p:font typeface="Bellota Text Light" charset="0"/>
      <p:regular r:id="rId19"/>
      <p:bold r:id="rId20"/>
      <p:italic r:id="rId21"/>
      <p:boldItalic r:id="rId22"/>
    </p:embeddedFont>
    <p:embeddedFont>
      <p:font typeface="Catamaran ExtraBold" charset="0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102" y="-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694728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828800" y="1493525"/>
            <a:ext cx="5486400" cy="215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974875"/>
            <a:ext cx="9144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544005" y="1061352"/>
            <a:ext cx="382111" cy="4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1082050" y="1633650"/>
            <a:ext cx="3313800" cy="25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747958" y="1633650"/>
            <a:ext cx="3313800" cy="25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6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ademia.edu/37217715/BUKU_BAHASA_INGGRIS_SD_KELAS_4_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ctrTitle"/>
          </p:nvPr>
        </p:nvSpPr>
        <p:spPr>
          <a:xfrm>
            <a:off x="1828800" y="1493525"/>
            <a:ext cx="5486400" cy="215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Bahasa</a:t>
            </a:r>
            <a:r>
              <a:rPr lang="en-US" dirty="0" smtClean="0"/>
              <a:t> </a:t>
            </a:r>
            <a:r>
              <a:rPr lang="en-US" dirty="0" err="1" smtClean="0"/>
              <a:t>Inggris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SD </a:t>
            </a:r>
            <a:r>
              <a:rPr lang="en-US" dirty="0" err="1" smtClean="0"/>
              <a:t>Kelas</a:t>
            </a:r>
            <a:r>
              <a:rPr lang="en-US" dirty="0" smtClean="0"/>
              <a:t> 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M1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914400" y="895350"/>
            <a:ext cx="7315200" cy="30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WH-Question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Expamle 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Sleep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" sz="1100" b="1" dirty="0"/>
              <a:t> </a:t>
            </a:r>
            <a:r>
              <a:rPr lang="en" sz="1100" b="1" dirty="0" smtClean="0"/>
              <a:t>Where do you sleep?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" sz="1100" b="1" dirty="0" smtClean="0"/>
              <a:t> I sleep at home.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00150"/>
            <a:ext cx="4582484" cy="1020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M1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WH-Question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Exercise: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Eat			Study			Save money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" sz="1100" b="1" dirty="0"/>
              <a:t> </a:t>
            </a:r>
            <a:r>
              <a:rPr lang="en" sz="1100" b="1" dirty="0" smtClean="0"/>
              <a:t>…………………………………………		- …………………………………..		-…………………………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" sz="1100" b="1" dirty="0" smtClean="0"/>
              <a:t> …………………………………………..		-…………………………………….		-…………………………..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Have a picnic			Talk to a doctor		See statues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" sz="1100" b="1" dirty="0" smtClean="0"/>
              <a:t>……………………………………………..		-……………………………………….		-……………………………..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" sz="1100" b="1" dirty="0" smtClean="0"/>
              <a:t>………………………………………….		-………………………………………		-…………………………….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405"/>
          <a:stretch/>
        </p:blipFill>
        <p:spPr bwMode="auto">
          <a:xfrm>
            <a:off x="2819400" y="1276350"/>
            <a:ext cx="3784899" cy="1020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007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M2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Reading Comprehension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dirty="0" smtClean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lphaUcPeriod"/>
            </a:pPr>
            <a:r>
              <a:rPr lang="en" sz="1100" b="1" dirty="0" smtClean="0"/>
              <a:t>Read the text below!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Amanda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-US" sz="1100" b="1" dirty="0" smtClean="0"/>
              <a:t>	Amanda </a:t>
            </a:r>
            <a:r>
              <a:rPr lang="en-US" sz="1100" b="1" dirty="0"/>
              <a:t>is my </a:t>
            </a:r>
            <a:r>
              <a:rPr lang="en-US" sz="1100" b="1" u="sng" dirty="0"/>
              <a:t>classmate</a:t>
            </a:r>
            <a:r>
              <a:rPr lang="en-US" sz="1100" b="1" dirty="0"/>
              <a:t>. She is my </a:t>
            </a:r>
            <a:r>
              <a:rPr lang="en-US" sz="1100" b="1" u="sng" dirty="0"/>
              <a:t>best friend</a:t>
            </a:r>
            <a:r>
              <a:rPr lang="en-US" sz="1100" b="1" dirty="0"/>
              <a:t>. She is thirteen years </a:t>
            </a:r>
            <a:r>
              <a:rPr lang="en-US" sz="1100" b="1" dirty="0" err="1"/>
              <a:t>old.She</a:t>
            </a:r>
            <a:r>
              <a:rPr lang="en-US" sz="1100" b="1" dirty="0"/>
              <a:t> lives in </a:t>
            </a:r>
            <a:r>
              <a:rPr lang="en-US" sz="1100" b="1" dirty="0" err="1"/>
              <a:t>Margahayu</a:t>
            </a:r>
            <a:r>
              <a:rPr lang="en-US" sz="1100" b="1" dirty="0"/>
              <a:t>. She is tall. She has </a:t>
            </a:r>
            <a:r>
              <a:rPr lang="en-US" sz="1100" b="1" u="sng" dirty="0"/>
              <a:t>beautiful hair</a:t>
            </a:r>
            <a:r>
              <a:rPr lang="en-US" sz="1100" b="1" dirty="0" smtClean="0"/>
              <a:t>.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-US" sz="1100" b="1" dirty="0"/>
              <a:t>	</a:t>
            </a:r>
            <a:r>
              <a:rPr lang="en-US" sz="1100" b="1" dirty="0" smtClean="0"/>
              <a:t>She </a:t>
            </a:r>
            <a:r>
              <a:rPr lang="en-US" sz="1100" b="1" dirty="0"/>
              <a:t>is very </a:t>
            </a:r>
            <a:r>
              <a:rPr lang="en-US" sz="1100" b="1" u="sng" dirty="0"/>
              <a:t>smart</a:t>
            </a:r>
            <a:r>
              <a:rPr lang="en-US" sz="1100" b="1" dirty="0"/>
              <a:t> and nice. She likes </a:t>
            </a:r>
            <a:r>
              <a:rPr lang="en-US" sz="1100" b="1" u="sng" dirty="0"/>
              <a:t>helping</a:t>
            </a:r>
            <a:r>
              <a:rPr lang="en-US" sz="1100" b="1" dirty="0"/>
              <a:t> her </a:t>
            </a:r>
            <a:r>
              <a:rPr lang="en-US" sz="1100" b="1" u="sng" dirty="0"/>
              <a:t>friends</a:t>
            </a:r>
            <a:r>
              <a:rPr lang="en-US" sz="1100" b="1" dirty="0"/>
              <a:t>. Every </a:t>
            </a:r>
            <a:r>
              <a:rPr lang="en-US" sz="1100" b="1" dirty="0" err="1"/>
              <a:t>afternoon,Amanda</a:t>
            </a:r>
            <a:r>
              <a:rPr lang="en-US" sz="1100" b="1" dirty="0"/>
              <a:t> plays with her friends. After playing, she does her </a:t>
            </a:r>
            <a:r>
              <a:rPr lang="en-US" sz="1100" b="1" u="sng" dirty="0"/>
              <a:t>homework</a:t>
            </a:r>
            <a:r>
              <a:rPr lang="en-US" sz="1100" b="1" dirty="0"/>
              <a:t> at home</a:t>
            </a:r>
            <a:r>
              <a:rPr lang="en-US" sz="1100" b="1" dirty="0" smtClean="0"/>
              <a:t>.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-US" sz="1100" b="1" dirty="0"/>
              <a:t>	</a:t>
            </a:r>
            <a:r>
              <a:rPr lang="en-US" sz="1100" b="1" dirty="0" smtClean="0"/>
              <a:t>Amanda </a:t>
            </a:r>
            <a:r>
              <a:rPr lang="en-US" sz="1100" b="1" dirty="0"/>
              <a:t>has many hobbies. Amanda likes </a:t>
            </a:r>
            <a:r>
              <a:rPr lang="en-US" sz="1100" b="1" u="sng" dirty="0"/>
              <a:t>reading</a:t>
            </a:r>
            <a:r>
              <a:rPr lang="en-US" sz="1100" b="1" dirty="0"/>
              <a:t>, </a:t>
            </a:r>
            <a:r>
              <a:rPr lang="en-US" sz="1100" b="1" u="sng" dirty="0"/>
              <a:t>riding a bike </a:t>
            </a:r>
            <a:r>
              <a:rPr lang="en-US" sz="1100" b="1" dirty="0"/>
              <a:t>and </a:t>
            </a:r>
            <a:r>
              <a:rPr lang="en-US" sz="1100" b="1" u="sng" dirty="0" smtClean="0"/>
              <a:t>playing</a:t>
            </a:r>
            <a:r>
              <a:rPr lang="en-US" sz="1100" b="1" dirty="0" smtClean="0"/>
              <a:t> guitar</a:t>
            </a:r>
            <a:r>
              <a:rPr lang="en-US" sz="1100" b="1" dirty="0"/>
              <a:t>. Amanda cannot swim. She does not like swimming.</a:t>
            </a: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		</a:t>
            </a: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42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M2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Reading Comprehension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dirty="0" smtClean="0"/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B. Circle True or False!</a:t>
            </a:r>
          </a:p>
          <a:p>
            <a:pPr marL="228600" lvl="0" indent="-228600" algn="just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 b="1" dirty="0" smtClean="0"/>
              <a:t>Amanda is NOT my best friends			True	False</a:t>
            </a:r>
          </a:p>
          <a:p>
            <a:pPr marL="228600" lvl="0" indent="-228600" algn="just">
              <a:buClr>
                <a:schemeClr val="dk1"/>
              </a:buClr>
              <a:buSzPts val="1100"/>
              <a:buAutoNum type="arabicPeriod"/>
            </a:pPr>
            <a:r>
              <a:rPr lang="en" sz="1100" b="1" dirty="0" smtClean="0"/>
              <a:t>Amanda does not live in Margahayu.			</a:t>
            </a:r>
            <a:r>
              <a:rPr lang="en" sz="1100" b="1" dirty="0"/>
              <a:t> True	False</a:t>
            </a:r>
            <a:endParaRPr lang="en" sz="1100" b="1" dirty="0" smtClean="0"/>
          </a:p>
          <a:p>
            <a:pPr marL="228600" lvl="0" indent="-228600" algn="just">
              <a:buClr>
                <a:schemeClr val="dk1"/>
              </a:buClr>
              <a:buSzPts val="1100"/>
              <a:buAutoNum type="arabicPeriod"/>
            </a:pPr>
            <a:r>
              <a:rPr lang="en-US" sz="1100" b="1" dirty="0" smtClean="0"/>
              <a:t>A</a:t>
            </a:r>
            <a:r>
              <a:rPr lang="en" sz="1100" b="1" dirty="0" smtClean="0"/>
              <a:t>manda is short.				</a:t>
            </a:r>
            <a:r>
              <a:rPr lang="en" sz="1100" b="1" dirty="0"/>
              <a:t> True	False</a:t>
            </a:r>
            <a:endParaRPr lang="en" sz="1100" b="1" dirty="0" smtClean="0"/>
          </a:p>
          <a:p>
            <a:pPr marL="228600" lvl="0" indent="-228600" algn="just">
              <a:buClr>
                <a:schemeClr val="dk1"/>
              </a:buClr>
              <a:buSzPts val="1100"/>
              <a:buAutoNum type="arabicPeriod"/>
            </a:pPr>
            <a:r>
              <a:rPr lang="en" sz="1100" b="1" dirty="0" smtClean="0"/>
              <a:t>Amanda is NOT short.				</a:t>
            </a:r>
            <a:r>
              <a:rPr lang="en" sz="1100" b="1" dirty="0"/>
              <a:t> True	False</a:t>
            </a:r>
            <a:endParaRPr lang="en" sz="1100" b="1" dirty="0" smtClean="0"/>
          </a:p>
          <a:p>
            <a:pPr marL="228600" lvl="0" indent="-228600" algn="just">
              <a:buClr>
                <a:schemeClr val="dk1"/>
              </a:buClr>
              <a:buSzPts val="1100"/>
              <a:buAutoNum type="arabicPeriod"/>
            </a:pPr>
            <a:r>
              <a:rPr lang="en" sz="1100" b="1" dirty="0" smtClean="0"/>
              <a:t>Amanda is very smart.				</a:t>
            </a:r>
            <a:r>
              <a:rPr lang="en" sz="1100" b="1" dirty="0"/>
              <a:t> True	False</a:t>
            </a: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		</a:t>
            </a: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2283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M3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Shape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		</a:t>
            </a: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63" y="1476375"/>
            <a:ext cx="4486275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8626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M3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Let’s Sing!!!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 smtClean="0"/>
              <a:t>I’m </a:t>
            </a:r>
            <a:r>
              <a:rPr lang="en-US" sz="1100" b="1" dirty="0"/>
              <a:t>a square. I have four sides</a:t>
            </a:r>
            <a:r>
              <a:rPr lang="en-US" sz="1100" b="1" dirty="0" smtClean="0"/>
              <a:t>.</a:t>
            </a:r>
            <a:r>
              <a:rPr lang="en-US" sz="1100" b="1" dirty="0"/>
              <a:t> 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/>
              <a:t>I’m a square. I have four sides.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/>
              <a:t> We are squares. We have four sides</a:t>
            </a:r>
            <a:r>
              <a:rPr lang="en-US" sz="1100" b="1" dirty="0" smtClean="0"/>
              <a:t>.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 smtClean="0"/>
              <a:t>1 </a:t>
            </a:r>
            <a:r>
              <a:rPr lang="en-US" sz="1100" b="1" dirty="0"/>
              <a:t>2 3 4 we are squares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/>
              <a:t>I’m a circle. I go round and round.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 smtClean="0"/>
              <a:t>I’m </a:t>
            </a:r>
            <a:r>
              <a:rPr lang="en-US" sz="1100" b="1" dirty="0"/>
              <a:t>a circle. I go round and round.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 smtClean="0"/>
              <a:t>We </a:t>
            </a:r>
            <a:r>
              <a:rPr lang="en-US" sz="1100" b="1" dirty="0"/>
              <a:t>are circles. We go round and round</a:t>
            </a:r>
            <a:r>
              <a:rPr lang="en-US" sz="1100" b="1" dirty="0" smtClean="0"/>
              <a:t>.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 smtClean="0"/>
              <a:t>Round </a:t>
            </a:r>
            <a:r>
              <a:rPr lang="en-US" sz="1100" b="1" dirty="0"/>
              <a:t>and round we are circles.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/>
              <a:t>I’m a triangle. I have three sides.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/>
              <a:t> </a:t>
            </a:r>
            <a:r>
              <a:rPr lang="en-US" sz="1100" b="1" dirty="0" smtClean="0"/>
              <a:t>I’m </a:t>
            </a:r>
            <a:r>
              <a:rPr lang="en-US" sz="1100" b="1" dirty="0"/>
              <a:t>a triangle. I have three sides.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 smtClean="0"/>
              <a:t>We </a:t>
            </a:r>
            <a:r>
              <a:rPr lang="en-US" sz="1100" b="1" dirty="0"/>
              <a:t>are triangles. We have three sides</a:t>
            </a:r>
            <a:r>
              <a:rPr lang="en-US" sz="1100" b="1" dirty="0" smtClean="0"/>
              <a:t>.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 smtClean="0"/>
              <a:t>1 </a:t>
            </a:r>
            <a:r>
              <a:rPr lang="en-US" sz="1100" b="1" dirty="0"/>
              <a:t>2 3 we are triangles</a:t>
            </a:r>
            <a:r>
              <a:rPr lang="en-US" sz="1100" b="1" dirty="0" smtClean="0"/>
              <a:t>.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 smtClean="0"/>
              <a:t>We </a:t>
            </a:r>
            <a:r>
              <a:rPr lang="en-US" sz="1100" b="1" dirty="0"/>
              <a:t>are shapes. You see us everywhere</a:t>
            </a:r>
            <a:r>
              <a:rPr lang="en-US" sz="1100" b="1" dirty="0" smtClean="0"/>
              <a:t>.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 smtClean="0"/>
              <a:t>We </a:t>
            </a:r>
            <a:r>
              <a:rPr lang="en-US" sz="1100" b="1" dirty="0"/>
              <a:t>are shapes. You see us everywhere</a:t>
            </a:r>
            <a:r>
              <a:rPr lang="en-US" sz="1100" b="1" dirty="0" smtClean="0"/>
              <a:t>.</a:t>
            </a:r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 smtClean="0"/>
              <a:t>We </a:t>
            </a:r>
            <a:r>
              <a:rPr lang="en-US" sz="1100" b="1" dirty="0"/>
              <a:t>are shapes. You see us </a:t>
            </a:r>
            <a:r>
              <a:rPr lang="en-US" sz="1100" b="1" dirty="0" err="1" smtClean="0"/>
              <a:t>everywhere.J</a:t>
            </a:r>
            <a:endParaRPr lang="en-US" sz="1100" b="1" dirty="0" smtClean="0"/>
          </a:p>
          <a:p>
            <a:pPr marL="101600" indent="0" algn="ctr">
              <a:lnSpc>
                <a:spcPct val="100000"/>
              </a:lnSpc>
              <a:buNone/>
            </a:pPr>
            <a:r>
              <a:rPr lang="en-US" sz="1100" b="1" dirty="0" err="1" smtClean="0"/>
              <a:t>ust</a:t>
            </a:r>
            <a:r>
              <a:rPr lang="en-US" sz="1100" b="1" dirty="0" smtClean="0"/>
              <a:t> </a:t>
            </a:r>
            <a:r>
              <a:rPr lang="en-US" sz="1100" b="1" dirty="0"/>
              <a:t>look around we </a:t>
            </a:r>
            <a:r>
              <a:rPr lang="en-US" sz="1100" b="1" dirty="0" smtClean="0"/>
              <a:t>are everywhere.</a:t>
            </a:r>
            <a:endParaRPr lang="en" sz="11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5684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M4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Action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What is she doing?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04950"/>
            <a:ext cx="4667250" cy="2684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3674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M4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Action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What are they doing?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504950"/>
            <a:ext cx="3810000" cy="274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7894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M5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Action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Telling Time</a:t>
            </a:r>
          </a:p>
          <a:p>
            <a:pPr marL="228600" lvl="0" indent="-228600" algn="just">
              <a:buClr>
                <a:schemeClr val="dk1"/>
              </a:buClr>
              <a:buSzPts val="1100"/>
              <a:buAutoNum type="alphaUcPeriod"/>
            </a:pPr>
            <a:r>
              <a:rPr lang="en" sz="1200" b="1" dirty="0" smtClean="0"/>
              <a:t>Asking for the time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 typeface="Wingdings" pitchFamily="2" charset="2"/>
              <a:buChar char="ü"/>
            </a:pPr>
            <a:r>
              <a:rPr lang="en" sz="1200" b="1" dirty="0" smtClean="0"/>
              <a:t>What time is it?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 typeface="Wingdings" pitchFamily="2" charset="2"/>
              <a:buChar char="ü"/>
            </a:pPr>
            <a:r>
              <a:rPr lang="en" sz="1200" b="1" dirty="0" smtClean="0"/>
              <a:t>What’s the time?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 typeface="Wingdings" pitchFamily="2" charset="2"/>
              <a:buChar char="ü"/>
            </a:pPr>
            <a:r>
              <a:rPr lang="en" sz="1200" b="1" dirty="0" smtClean="0"/>
              <a:t>Do you know what the time is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 typeface="Wingdings" pitchFamily="2" charset="2"/>
              <a:buChar char="ü"/>
            </a:pPr>
            <a:r>
              <a:rPr lang="en" sz="1200" b="1" dirty="0" smtClean="0"/>
              <a:t>Excuse me, have you got the time please?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 typeface="Wingdings" pitchFamily="2" charset="2"/>
              <a:buChar char="ü"/>
            </a:pPr>
            <a:r>
              <a:rPr lang="en" sz="1200" b="1" dirty="0" smtClean="0"/>
              <a:t>Sorry, do you have the time please?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 typeface="Wingdings" pitchFamily="2" charset="2"/>
              <a:buChar char="ü"/>
            </a:pPr>
            <a:r>
              <a:rPr lang="en" sz="1200" b="1" dirty="0" smtClean="0"/>
              <a:t>Sorry, could you tell me the time, please?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3768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M5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Action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Telling Time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B. Write the time!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54488"/>
            <a:ext cx="3581400" cy="281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1036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M6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Asking Personal Information</a:t>
            </a:r>
          </a:p>
          <a:p>
            <a:pPr marL="171450" indent="-171450" algn="just">
              <a:buClr>
                <a:schemeClr val="dk1"/>
              </a:buClr>
              <a:buSzPts val="1100"/>
            </a:pPr>
            <a:r>
              <a:rPr lang="en" sz="1200" b="1" dirty="0" smtClean="0"/>
              <a:t>Read the conversation below!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 : Hello, how are you?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I’m fine, thanks.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</a:t>
            </a:r>
            <a:r>
              <a:rPr lang="en" sz="1200" b="1" dirty="0"/>
              <a:t> </a:t>
            </a:r>
            <a:r>
              <a:rPr lang="en" sz="1200" b="1" dirty="0" smtClean="0"/>
              <a:t>: What is your name?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:My name is Adelia.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n" sz="1200" b="1" dirty="0"/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 : Where do you come from?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I come from Jakarta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n" sz="1200" b="1" dirty="0"/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 : What is your religion?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I am a moslem.</a:t>
            </a:r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0852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M6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Asking Personal Information</a:t>
            </a:r>
          </a:p>
          <a:p>
            <a:pPr marL="171450" indent="-171450" algn="just">
              <a:buClr>
                <a:schemeClr val="dk1"/>
              </a:buClr>
              <a:buSzPts val="1100"/>
            </a:pPr>
            <a:r>
              <a:rPr lang="en" sz="1200" b="1" dirty="0" smtClean="0"/>
              <a:t>Answer the questions with your personal information!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 : Hello, how are you?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……………………………………………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</a:t>
            </a:r>
            <a:r>
              <a:rPr lang="en" sz="1200" b="1" dirty="0"/>
              <a:t> </a:t>
            </a:r>
            <a:r>
              <a:rPr lang="en" sz="1200" b="1" dirty="0" smtClean="0"/>
              <a:t>: What is your name?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………………………………………….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n" sz="1200" b="1" dirty="0"/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 : Where do you come from?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…………………………………………..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n" sz="1200" b="1" dirty="0"/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 : What is your religion?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………………………………………………</a:t>
            </a:r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6681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M6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Daftar pustaka :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English Bok, Elementary School, Grade 4. Link akses 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-US" sz="1200" b="1" dirty="0">
                <a:hlinkClick r:id="rId3"/>
              </a:rPr>
              <a:t>https://www.academia.edu/37217715/BUKU_BAHASA_INGGRIS_SD_KELAS_4_1</a:t>
            </a:r>
            <a:endParaRPr lang="en" sz="12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1157976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291</Words>
  <Application>Microsoft Office PowerPoint</Application>
  <PresentationFormat>On-screen Show (16:9)</PresentationFormat>
  <Paragraphs>134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Catamaran</vt:lpstr>
      <vt:lpstr>Wingdings</vt:lpstr>
      <vt:lpstr>Bellota Text Light</vt:lpstr>
      <vt:lpstr>Catamaran ExtraBold</vt:lpstr>
      <vt:lpstr>Bagot template</vt:lpstr>
      <vt:lpstr>Bahasa Inggris  SD Kelas 4</vt:lpstr>
      <vt:lpstr>M1</vt:lpstr>
      <vt:lpstr>M1</vt:lpstr>
      <vt:lpstr>M2</vt:lpstr>
      <vt:lpstr>M2</vt:lpstr>
      <vt:lpstr>M3</vt:lpstr>
      <vt:lpstr>M3</vt:lpstr>
      <vt:lpstr>M4</vt:lpstr>
      <vt:lpstr>M4</vt:lpstr>
      <vt:lpstr>M5</vt:lpstr>
      <vt:lpstr>M5</vt:lpstr>
      <vt:lpstr>M6</vt:lpstr>
      <vt:lpstr>M6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Bahasa Inggris  SD Kelas 4</dc:title>
  <dc:creator>ASUS</dc:creator>
  <cp:lastModifiedBy>ismail - [2010]</cp:lastModifiedBy>
  <cp:revision>6</cp:revision>
  <dcterms:modified xsi:type="dcterms:W3CDTF">2020-07-03T11:22:23Z</dcterms:modified>
</cp:coreProperties>
</file>