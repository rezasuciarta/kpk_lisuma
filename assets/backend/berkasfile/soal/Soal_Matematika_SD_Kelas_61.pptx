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8" r:id="rId1"/>
  </p:sldMasterIdLst>
  <p:notesMasterIdLst>
    <p:notesMasterId r:id="rId9"/>
  </p:notesMasterIdLst>
  <p:sldIdLst>
    <p:sldId id="259" r:id="rId2"/>
    <p:sldId id="267" r:id="rId3"/>
    <p:sldId id="286" r:id="rId4"/>
    <p:sldId id="288" r:id="rId5"/>
    <p:sldId id="289" r:id="rId6"/>
    <p:sldId id="291" r:id="rId7"/>
    <p:sldId id="293" r:id="rId8"/>
  </p:sldIdLst>
  <p:sldSz cx="9144000" cy="5143500" type="screen16x9"/>
  <p:notesSz cx="6858000" cy="9144000"/>
  <p:embeddedFontLst>
    <p:embeddedFont>
      <p:font typeface="Bellota Text Light" charset="0"/>
      <p:regular r:id="rId10"/>
      <p:bold r:id="rId11"/>
      <p:italic r:id="rId12"/>
      <p:boldItalic r:id="rId13"/>
    </p:embeddedFont>
    <p:embeddedFont>
      <p:font typeface="Catamaran ExtraBold" charset="0"/>
      <p:bold r:id="rId14"/>
    </p:embeddedFont>
    <p:embeddedFont>
      <p:font typeface="Catamaran" charset="0"/>
      <p:regular r:id="rId15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182B24A4-CE14-4CFF-B1E5-92728488463D}">
  <a:tblStyle styleId="{182B24A4-CE14-4CFF-B1E5-92728488463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87" d="100"/>
          <a:sy n="87" d="100"/>
        </p:scale>
        <p:origin x="-42" y="-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0014375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bg>
      <p:bgPr>
        <a:solidFill>
          <a:schemeClr val="dk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2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/>
          <p:nvPr/>
        </p:nvSpPr>
        <p:spPr>
          <a:xfrm>
            <a:off x="1630650" y="1333450"/>
            <a:ext cx="5882700" cy="2476500"/>
          </a:xfrm>
          <a:prstGeom prst="rect">
            <a:avLst/>
          </a:prstGeom>
          <a:solidFill>
            <a:schemeClr val="lt2"/>
          </a:solidFill>
          <a:ln>
            <a:noFill/>
          </a:ln>
          <a:effectLst>
            <a:outerShdw blurRad="285750" algn="bl" rotWithShape="0">
              <a:srgbClr val="00131F">
                <a:alpha val="7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1927850" y="1583350"/>
            <a:ext cx="52884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927850" y="2840054"/>
            <a:ext cx="5288400" cy="7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Tyrannosaurus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>
            <a:off x="741600" y="741600"/>
            <a:ext cx="7660800" cy="3660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7" name="Google Shape;5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4791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1082050" y="9753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Plesiosaur">
  <p:cSld name="TITLE_ONLY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/>
          <p:nvPr/>
        </p:nvSpPr>
        <p:spPr>
          <a:xfrm>
            <a:off x="741600" y="741600"/>
            <a:ext cx="7660800" cy="3660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2" name="Google Shape;6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8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0"/>
          <p:cNvSpPr txBox="1">
            <a:spLocks noGrp="1"/>
          </p:cNvSpPr>
          <p:nvPr>
            <p:ph type="title"/>
          </p:nvPr>
        </p:nvSpPr>
        <p:spPr>
          <a:xfrm>
            <a:off x="1082050" y="9753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Pterodactyl">
  <p:cSld name="TITLE_ONLY_1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/>
          <p:nvPr/>
        </p:nvSpPr>
        <p:spPr>
          <a:xfrm>
            <a:off x="741600" y="741600"/>
            <a:ext cx="7660800" cy="3660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7" name="Google Shape;67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1"/>
          <p:cNvSpPr txBox="1">
            <a:spLocks noGrp="1"/>
          </p:cNvSpPr>
          <p:nvPr>
            <p:ph type="title"/>
          </p:nvPr>
        </p:nvSpPr>
        <p:spPr>
          <a:xfrm>
            <a:off x="1082050" y="9753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Diplodocus">
  <p:cSld name="TITLE_ONLY_1_1_1_1_1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/>
          <p:nvPr/>
        </p:nvSpPr>
        <p:spPr>
          <a:xfrm>
            <a:off x="741600" y="741600"/>
            <a:ext cx="7660800" cy="3660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2" name="Google Shape;8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4"/>
          <p:cNvSpPr txBox="1">
            <a:spLocks noGrp="1"/>
          </p:cNvSpPr>
          <p:nvPr>
            <p:ph type="title"/>
          </p:nvPr>
        </p:nvSpPr>
        <p:spPr>
          <a:xfrm>
            <a:off x="1082050" y="9753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082050" y="1127750"/>
            <a:ext cx="6979800" cy="3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082050" y="1633651"/>
            <a:ext cx="6979800" cy="23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Bellota Text Light"/>
              <a:buChar char="●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1pPr>
            <a:lvl2pPr marL="914400" lvl="1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ellota Text Light"/>
              <a:buChar char="○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2pPr>
            <a:lvl3pPr marL="1371600" lvl="2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Bellota Text Light"/>
              <a:buChar char="■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3pPr>
            <a:lvl4pPr marL="1828800" lvl="3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●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4pPr>
            <a:lvl5pPr marL="2286000" lvl="4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○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5pPr>
            <a:lvl6pPr marL="2743200" lvl="5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■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6pPr>
            <a:lvl7pPr marL="3200400" lvl="6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●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7pPr>
            <a:lvl8pPr marL="3657600" lvl="7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○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8pPr>
            <a:lvl9pPr marL="4114800" lvl="8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■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lvl="2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lvl="3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lvl="4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lvl="5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lvl="6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lvl="7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lvl="8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6" r:id="rId3"/>
    <p:sldLayoutId id="2147483657" r:id="rId4"/>
    <p:sldLayoutId id="2147483660" r:id="rId5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>
            <a:spLocks noGrp="1"/>
          </p:cNvSpPr>
          <p:nvPr>
            <p:ph type="ctrTitle"/>
          </p:nvPr>
        </p:nvSpPr>
        <p:spPr>
          <a:xfrm>
            <a:off x="1905000" y="1962150"/>
            <a:ext cx="52884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 smtClean="0"/>
              <a:t>Matematika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SD </a:t>
            </a:r>
            <a:r>
              <a:rPr lang="en-US" dirty="0" err="1" smtClean="0"/>
              <a:t>Kelas</a:t>
            </a:r>
            <a:r>
              <a:rPr lang="en-US" dirty="0" smtClean="0"/>
              <a:t> 5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M1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BILANGAN BULAT</a:t>
            </a:r>
            <a:endParaRPr lang="en" b="1" dirty="0" smtClean="0"/>
          </a:p>
          <a:p>
            <a:pPr algn="ctr">
              <a:buClr>
                <a:schemeClr val="dk1"/>
              </a:buClr>
              <a:buSzPts val="1100"/>
            </a:pPr>
            <a:endParaRPr lang="en" sz="1200" dirty="0" smtClean="0"/>
          </a:p>
          <a:p>
            <a:pPr marL="342900" indent="-342900"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r>
              <a:rPr lang="en-US" b="1" dirty="0" smtClean="0"/>
              <a:t>42 </a:t>
            </a:r>
            <a:r>
              <a:rPr lang="en-US" b="1" dirty="0" err="1" smtClean="0"/>
              <a:t>dibulatkan</a:t>
            </a:r>
            <a:r>
              <a:rPr lang="en-US" b="1" dirty="0" smtClean="0"/>
              <a:t> </a:t>
            </a:r>
            <a:r>
              <a:rPr lang="en-US" b="1" dirty="0" err="1" smtClean="0"/>
              <a:t>menjadi</a:t>
            </a:r>
            <a:endParaRPr lang="en-US" b="1" dirty="0" smtClean="0"/>
          </a:p>
          <a:p>
            <a:pPr marL="342900" indent="-342900"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r>
              <a:rPr lang="en-US" b="1" dirty="0" smtClean="0"/>
              <a:t>865 </a:t>
            </a:r>
            <a:r>
              <a:rPr lang="en-US" b="1" dirty="0" err="1" smtClean="0"/>
              <a:t>dibulatkan</a:t>
            </a:r>
            <a:r>
              <a:rPr lang="en-US" b="1" dirty="0" smtClean="0"/>
              <a:t> </a:t>
            </a:r>
            <a:r>
              <a:rPr lang="en-US" b="1" dirty="0" err="1" smtClean="0"/>
              <a:t>menjadi</a:t>
            </a:r>
            <a:endParaRPr lang="en-US" b="1" dirty="0" smtClean="0"/>
          </a:p>
          <a:p>
            <a:pPr marL="342900" indent="-342900"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r>
              <a:rPr lang="en-US" b="1" dirty="0" smtClean="0"/>
              <a:t>33 </a:t>
            </a:r>
            <a:r>
              <a:rPr lang="en-US" b="1" dirty="0" err="1" smtClean="0"/>
              <a:t>dibulatkan</a:t>
            </a:r>
            <a:r>
              <a:rPr lang="en-US" b="1" dirty="0" smtClean="0"/>
              <a:t> </a:t>
            </a:r>
            <a:r>
              <a:rPr lang="en-US" b="1" dirty="0" err="1" smtClean="0"/>
              <a:t>menjadi</a:t>
            </a:r>
            <a:endParaRPr lang="en-US" b="1" dirty="0" smtClean="0"/>
          </a:p>
          <a:p>
            <a:pPr marL="342900" indent="-342900"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r>
              <a:rPr lang="en-US" b="1" dirty="0" smtClean="0"/>
              <a:t>69 </a:t>
            </a:r>
            <a:r>
              <a:rPr lang="en-US" b="1" dirty="0" err="1" smtClean="0"/>
              <a:t>dibulatkan</a:t>
            </a:r>
            <a:r>
              <a:rPr lang="en-US" b="1" dirty="0" smtClean="0"/>
              <a:t> </a:t>
            </a:r>
            <a:r>
              <a:rPr lang="en-US" b="1" dirty="0" err="1" smtClean="0"/>
              <a:t>menjadi</a:t>
            </a:r>
            <a:endParaRPr lang="en-US" b="1" dirty="0" smtClean="0"/>
          </a:p>
          <a:p>
            <a:pPr marL="342900" indent="-342900"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r>
              <a:rPr lang="en-US" b="1" dirty="0" smtClean="0"/>
              <a:t>875 </a:t>
            </a:r>
            <a:r>
              <a:rPr lang="en-US" b="1" dirty="0" err="1" smtClean="0"/>
              <a:t>dibulatkan</a:t>
            </a:r>
            <a:r>
              <a:rPr lang="en-US" b="1" dirty="0" smtClean="0"/>
              <a:t> </a:t>
            </a:r>
            <a:r>
              <a:rPr lang="en-US" b="1" dirty="0" err="1" smtClean="0"/>
              <a:t>menjadi</a:t>
            </a:r>
            <a:endParaRPr lang="en" b="1" dirty="0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M2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SATUAN DEBIT</a:t>
            </a:r>
            <a:endParaRPr lang="en" b="1" dirty="0" smtClean="0"/>
          </a:p>
          <a:p>
            <a:pPr algn="ctr">
              <a:lnSpc>
                <a:spcPct val="150000"/>
              </a:lnSpc>
              <a:buClr>
                <a:schemeClr val="dk1"/>
              </a:buClr>
              <a:buSzPts val="1100"/>
            </a:pPr>
            <a:endParaRPr lang="en" sz="1200" dirty="0" smtClean="0"/>
          </a:p>
          <a:p>
            <a:pPr marL="228600" indent="-228600" algn="just">
              <a:buClr>
                <a:schemeClr val="dk1"/>
              </a:buClr>
              <a:buSzPts val="1100"/>
              <a:buFont typeface="+mj-lt"/>
              <a:buAutoNum type="arabicPeriod"/>
            </a:pPr>
            <a:r>
              <a:rPr lang="en" sz="1200" b="1" dirty="0"/>
              <a:t>15 hm^3 = </a:t>
            </a:r>
            <a:r>
              <a:rPr lang="en" sz="1200" b="1" dirty="0" smtClean="0"/>
              <a:t>……………….. </a:t>
            </a:r>
            <a:r>
              <a:rPr lang="en" sz="1200" b="1" dirty="0"/>
              <a:t>m^3</a:t>
            </a:r>
          </a:p>
          <a:p>
            <a:pPr marL="228600" indent="-228600" algn="just">
              <a:buClr>
                <a:schemeClr val="dk1"/>
              </a:buClr>
              <a:buSzPts val="1100"/>
              <a:buFont typeface="+mj-lt"/>
              <a:buAutoNum type="arabicPeriod"/>
            </a:pPr>
            <a:r>
              <a:rPr lang="en" sz="1200" b="1" dirty="0" smtClean="0"/>
              <a:t>300 </a:t>
            </a:r>
            <a:r>
              <a:rPr lang="en" sz="1200" b="1" dirty="0"/>
              <a:t>dam^3 = </a:t>
            </a:r>
            <a:r>
              <a:rPr lang="en" sz="1200" b="1" dirty="0" smtClean="0"/>
              <a:t>……………..km^3</a:t>
            </a:r>
            <a:endParaRPr lang="en" sz="1200" b="1" dirty="0"/>
          </a:p>
          <a:p>
            <a:pPr marL="228600" indent="-228600" algn="just">
              <a:buClr>
                <a:schemeClr val="dk1"/>
              </a:buClr>
              <a:buSzPts val="1100"/>
              <a:buFont typeface="+mj-lt"/>
              <a:buAutoNum type="arabicPeriod"/>
            </a:pPr>
            <a:r>
              <a:rPr lang="en" sz="1200" b="1" dirty="0" smtClean="0"/>
              <a:t>210 </a:t>
            </a:r>
            <a:r>
              <a:rPr lang="en" sz="1200" b="1" dirty="0"/>
              <a:t>cm^3 = </a:t>
            </a:r>
            <a:r>
              <a:rPr lang="en" sz="1200" b="1" dirty="0" smtClean="0"/>
              <a:t>…………….. dm^3</a:t>
            </a:r>
            <a:endParaRPr lang="en" sz="1200" b="1" dirty="0"/>
          </a:p>
          <a:p>
            <a:pPr marL="228600" indent="-228600"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</p:spTree>
    <p:extLst>
      <p:ext uri="{BB962C8B-B14F-4D97-AF65-F5344CB8AC3E}">
        <p14:creationId xmlns:p14="http://schemas.microsoft.com/office/powerpoint/2010/main" val="1330199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M3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MENGHITUNG LUAS DAN VOLUME</a:t>
            </a:r>
            <a:endParaRPr lang="en" b="1" dirty="0" smtClean="0"/>
          </a:p>
          <a:p>
            <a:pPr algn="ctr">
              <a:lnSpc>
                <a:spcPct val="150000"/>
              </a:lnSpc>
              <a:buClr>
                <a:schemeClr val="dk1"/>
              </a:buClr>
              <a:buSzPts val="1100"/>
            </a:pPr>
            <a:endParaRPr lang="en" sz="1200" dirty="0" smtClean="0"/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r>
              <a:rPr lang="en-US" sz="1200" b="1" dirty="0" err="1" smtClean="0"/>
              <a:t>Diketahui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sisi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sebuah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kubus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adalah</a:t>
            </a:r>
            <a:r>
              <a:rPr lang="en-US" sz="1200" b="1" dirty="0" smtClean="0"/>
              <a:t> 12 cm. </a:t>
            </a:r>
            <a:r>
              <a:rPr lang="en-US" sz="1200" b="1" dirty="0" err="1" smtClean="0"/>
              <a:t>Hitunglah</a:t>
            </a:r>
            <a:r>
              <a:rPr lang="en-US" sz="1200" b="1" dirty="0" smtClean="0"/>
              <a:t> volume </a:t>
            </a:r>
            <a:r>
              <a:rPr lang="en-US" sz="1200" b="1" dirty="0" err="1" smtClean="0"/>
              <a:t>kubus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tersebut</a:t>
            </a:r>
            <a:r>
              <a:rPr lang="en-US" sz="1200" b="1" dirty="0" smtClean="0"/>
              <a:t>!</a:t>
            </a: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r>
              <a:rPr lang="en-US" sz="1200" b="1" dirty="0" err="1" smtClean="0"/>
              <a:t>Diketahui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balok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mempunyai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ukuran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panjang</a:t>
            </a:r>
            <a:r>
              <a:rPr lang="en-US" sz="1200" b="1" dirty="0" smtClean="0"/>
              <a:t> 7 cm, </a:t>
            </a:r>
            <a:r>
              <a:rPr lang="en-US" sz="1200" b="1" dirty="0" err="1" smtClean="0"/>
              <a:t>lebar</a:t>
            </a:r>
            <a:r>
              <a:rPr lang="en-US" sz="1200" b="1" dirty="0" smtClean="0"/>
              <a:t> 5 cm </a:t>
            </a:r>
            <a:r>
              <a:rPr lang="en-US" sz="1200" b="1" dirty="0" err="1" smtClean="0"/>
              <a:t>dan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tinggi</a:t>
            </a:r>
            <a:r>
              <a:rPr lang="en-US" sz="1200" b="1" dirty="0" smtClean="0"/>
              <a:t> 14 cm. </a:t>
            </a:r>
            <a:r>
              <a:rPr lang="en-US" sz="1200" b="1" dirty="0" err="1" smtClean="0"/>
              <a:t>Hitunglah</a:t>
            </a:r>
            <a:r>
              <a:rPr lang="en-US" sz="1200" b="1" dirty="0" smtClean="0"/>
              <a:t> volume </a:t>
            </a:r>
            <a:r>
              <a:rPr lang="en-US" sz="1200" b="1" dirty="0" err="1" smtClean="0"/>
              <a:t>balok</a:t>
            </a:r>
            <a:r>
              <a:rPr lang="en-US" sz="1200" b="1" dirty="0" smtClean="0"/>
              <a:t> </a:t>
            </a:r>
            <a:r>
              <a:rPr lang="en-US" sz="1200" b="1" dirty="0" err="1" smtClean="0"/>
              <a:t>tersebut</a:t>
            </a:r>
            <a:r>
              <a:rPr lang="en-US" sz="1200" b="1" dirty="0" smtClean="0"/>
              <a:t>!</a:t>
            </a:r>
            <a:endParaRPr lang="en-US" sz="1200" b="1" dirty="0"/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endParaRPr lang="en-US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</p:spTree>
    <p:extLst>
      <p:ext uri="{BB962C8B-B14F-4D97-AF65-F5344CB8AC3E}">
        <p14:creationId xmlns:p14="http://schemas.microsoft.com/office/powerpoint/2010/main" val="3279792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M4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PENGOLAHAN DATA</a:t>
            </a:r>
            <a:endParaRPr lang="en" b="1" dirty="0" smtClean="0"/>
          </a:p>
          <a:p>
            <a:pPr algn="ctr">
              <a:lnSpc>
                <a:spcPct val="150000"/>
              </a:lnSpc>
              <a:buClr>
                <a:schemeClr val="dk1"/>
              </a:buClr>
              <a:buSzPts val="1100"/>
            </a:pPr>
            <a:endParaRPr lang="en" sz="1200" dirty="0" smtClean="0"/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 smtClean="0"/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 smtClean="0"/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 smtClean="0"/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 smtClean="0"/>
              <a:t>1. Berapa jumlah siswa yang berumur 11 tahun?</a:t>
            </a:r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 smtClean="0"/>
              <a:t>2. </a:t>
            </a:r>
            <a:r>
              <a:rPr lang="en-US" sz="1200" b="1" dirty="0" smtClean="0"/>
              <a:t>B</a:t>
            </a:r>
            <a:r>
              <a:rPr lang="en" sz="1200" b="1" dirty="0" smtClean="0"/>
              <a:t>erapa jumlah siswa yang beruumur 14 tahun ?</a:t>
            </a:r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" sz="1200" b="1" dirty="0" smtClean="0"/>
              <a:t>3. Jumlah siswa 2 orang memiliki umur ….</a:t>
            </a: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200150"/>
            <a:ext cx="2922242" cy="19114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347262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M5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Soal Luas Trapesium dan Layang - Layang</a:t>
            </a:r>
          </a:p>
          <a:p>
            <a:pPr algn="ctr">
              <a:lnSpc>
                <a:spcPct val="150000"/>
              </a:lnSpc>
              <a:buClr>
                <a:schemeClr val="dk1"/>
              </a:buClr>
              <a:buSzPts val="1100"/>
            </a:pPr>
            <a:endParaRPr lang="en" sz="1200" dirty="0" smtClean="0"/>
          </a:p>
          <a:p>
            <a:pPr marL="228600" indent="-228600"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r>
              <a:rPr lang="en" sz="1200" b="1" dirty="0" smtClean="0"/>
              <a:t>Hitunglah luas layang – layang disamping ini …</a:t>
            </a:r>
          </a:p>
          <a:p>
            <a:pPr marL="228600" indent="-228600"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endParaRPr lang="en" sz="1200" b="1" dirty="0"/>
          </a:p>
          <a:p>
            <a:pPr marL="228600" indent="-228600"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endParaRPr lang="en" sz="1200" b="1" dirty="0" smtClean="0"/>
          </a:p>
          <a:p>
            <a:pPr marL="228600" indent="-228600"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endParaRPr lang="en" sz="1200" b="1" dirty="0"/>
          </a:p>
          <a:p>
            <a:pPr marL="228600" indent="-228600"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endParaRPr lang="en" sz="1200" b="1" dirty="0" smtClean="0"/>
          </a:p>
          <a:p>
            <a:pPr marL="228600" indent="-228600"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endParaRPr lang="en" sz="1200" b="1" dirty="0"/>
          </a:p>
          <a:p>
            <a:pPr marL="228600" indent="-228600"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endParaRPr lang="en" sz="1200" b="1" dirty="0" smtClean="0"/>
          </a:p>
          <a:p>
            <a:pPr marL="228600" indent="-228600"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endParaRPr lang="en" sz="1200" b="1" dirty="0"/>
          </a:p>
          <a:p>
            <a:pPr marL="228600" indent="-228600"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r>
              <a:rPr lang="en" sz="1200" b="1" dirty="0" smtClean="0"/>
              <a:t>Hitunglah luas trapesium disamping ini ….</a:t>
            </a:r>
          </a:p>
          <a:p>
            <a:pPr marL="228600" indent="-228600"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1200151"/>
            <a:ext cx="1447800" cy="1602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3105150"/>
            <a:ext cx="2171996" cy="12596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13493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M6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Soal Volume Kubus dan Balok</a:t>
            </a:r>
          </a:p>
          <a:p>
            <a:pPr algn="ctr">
              <a:lnSpc>
                <a:spcPct val="150000"/>
              </a:lnSpc>
              <a:buClr>
                <a:schemeClr val="dk1"/>
              </a:buClr>
              <a:buSzPts val="1100"/>
            </a:pPr>
            <a:endParaRPr lang="en" sz="1200" dirty="0" smtClean="0"/>
          </a:p>
          <a:p>
            <a:pPr marL="228600" indent="-228600"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r>
              <a:rPr lang="en" sz="1200" b="1" dirty="0" smtClean="0"/>
              <a:t>Diketahui panjang salah satu sisi dari sebuah kubus yaitu 4 cm. Berapakah volume dari kubus tersebut ?</a:t>
            </a:r>
          </a:p>
          <a:p>
            <a:pPr marL="228600" indent="-228600">
              <a:spcBef>
                <a:spcPts val="600"/>
              </a:spcBef>
              <a:buClr>
                <a:schemeClr val="dk1"/>
              </a:buClr>
              <a:buSzPts val="1100"/>
              <a:buAutoNum type="arabicPeriod"/>
            </a:pPr>
            <a:r>
              <a:rPr lang="en" sz="1200" b="1" dirty="0" smtClean="0"/>
              <a:t>Sebuah bak renang mempunyai ukuran panjang, lebar, dan tinggi berturut – turut 350 cm, 500 cm, dan 230 cm. </a:t>
            </a:r>
            <a:r>
              <a:rPr lang="en" sz="1200" b="1" smtClean="0"/>
              <a:t>Berapakah volume dari bak renang tersebut?</a:t>
            </a: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</p:spTree>
    <p:extLst>
      <p:ext uri="{BB962C8B-B14F-4D97-AF65-F5344CB8AC3E}">
        <p14:creationId xmlns:p14="http://schemas.microsoft.com/office/powerpoint/2010/main" val="383775011"/>
      </p:ext>
    </p:extLst>
  </p:cSld>
  <p:clrMapOvr>
    <a:masterClrMapping/>
  </p:clrMapOvr>
</p:sld>
</file>

<file path=ppt/theme/theme1.xml><?xml version="1.0" encoding="utf-8"?>
<a:theme xmlns:a="http://schemas.openxmlformats.org/drawingml/2006/main" name="Bagot template">
  <a:themeElements>
    <a:clrScheme name="Custom 347">
      <a:dk1>
        <a:srgbClr val="143C55"/>
      </a:dk1>
      <a:lt1>
        <a:srgbClr val="FFFFFF"/>
      </a:lt1>
      <a:dk2>
        <a:srgbClr val="748C9C"/>
      </a:dk2>
      <a:lt2>
        <a:srgbClr val="F7F9EA"/>
      </a:lt2>
      <a:accent1>
        <a:srgbClr val="FEAB19"/>
      </a:accent1>
      <a:accent2>
        <a:srgbClr val="85CE5B"/>
      </a:accent2>
      <a:accent3>
        <a:srgbClr val="65C5DB"/>
      </a:accent3>
      <a:accent4>
        <a:srgbClr val="7D7FD0"/>
      </a:accent4>
      <a:accent5>
        <a:srgbClr val="FA7F99"/>
      </a:accent5>
      <a:accent6>
        <a:srgbClr val="FF4E45"/>
      </a:accent6>
      <a:hlink>
        <a:srgbClr val="265775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192</Words>
  <Application>Microsoft Office PowerPoint</Application>
  <PresentationFormat>On-screen Show (16:9)</PresentationFormat>
  <Paragraphs>57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Bellota Text Light</vt:lpstr>
      <vt:lpstr>Catamaran ExtraBold</vt:lpstr>
      <vt:lpstr>Catamaran</vt:lpstr>
      <vt:lpstr>Bagot template</vt:lpstr>
      <vt:lpstr>Matematika  SD Kelas 5</vt:lpstr>
      <vt:lpstr>M1</vt:lpstr>
      <vt:lpstr>M2</vt:lpstr>
      <vt:lpstr>M3</vt:lpstr>
      <vt:lpstr>M4</vt:lpstr>
      <vt:lpstr>M5</vt:lpstr>
      <vt:lpstr>M6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Matematika  SD Kelas 5</dc:title>
  <dc:creator>ASUS</dc:creator>
  <cp:lastModifiedBy>ismail - [2010]</cp:lastModifiedBy>
  <cp:revision>17</cp:revision>
  <dcterms:modified xsi:type="dcterms:W3CDTF">2020-07-16T06:55:10Z</dcterms:modified>
</cp:coreProperties>
</file>