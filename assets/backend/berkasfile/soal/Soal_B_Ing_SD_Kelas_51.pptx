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8" r:id="rId1"/>
  </p:sldMasterIdLst>
  <p:notesMasterIdLst>
    <p:notesMasterId r:id="rId9"/>
  </p:notesMasterIdLst>
  <p:sldIdLst>
    <p:sldId id="256" r:id="rId2"/>
    <p:sldId id="257" r:id="rId3"/>
    <p:sldId id="285" r:id="rId4"/>
    <p:sldId id="286" r:id="rId5"/>
    <p:sldId id="287" r:id="rId6"/>
    <p:sldId id="288" r:id="rId7"/>
    <p:sldId id="289" r:id="rId8"/>
  </p:sldIdLst>
  <p:sldSz cx="9144000" cy="5143500" type="screen16x9"/>
  <p:notesSz cx="6858000" cy="9144000"/>
  <p:embeddedFontLst>
    <p:embeddedFont>
      <p:font typeface="Bellota Text Light" charset="0"/>
      <p:regular r:id="rId10"/>
      <p:bold r:id="rId11"/>
      <p:italic r:id="rId12"/>
      <p:boldItalic r:id="rId13"/>
    </p:embeddedFont>
    <p:embeddedFont>
      <p:font typeface="Catamaran" charset="0"/>
      <p:regular r:id="rId14"/>
      <p:bold r:id="rId15"/>
    </p:embeddedFont>
    <p:embeddedFont>
      <p:font typeface="Catamaran ExtraBold" charset="0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182B24A4-CE14-4CFF-B1E5-92728488463D}">
  <a:tblStyle styleId="{182B24A4-CE14-4CFF-B1E5-9272848846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7" d="100"/>
          <a:sy n="87" d="100"/>
        </p:scale>
        <p:origin x="168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8694728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1630650" y="1333450"/>
            <a:ext cx="5882700" cy="24765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828800" y="1493525"/>
            <a:ext cx="5486400" cy="215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" name="Google Shape;4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974875"/>
            <a:ext cx="91440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 flipH="1">
            <a:off x="544005" y="1061352"/>
            <a:ext cx="382111" cy="42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1082050" y="11277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1082050" y="1633650"/>
            <a:ext cx="3313800" cy="25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4747958" y="1633650"/>
            <a:ext cx="3313800" cy="251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●"/>
              <a:defRPr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Tyrannosaurus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479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lesiosaur">
  <p:cSld name="TITLE_ONLY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8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Diplodocus">
  <p:cSld name="TITLE_ONLY_1_1_1_1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82050" y="1127750"/>
            <a:ext cx="6979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82050" y="1633651"/>
            <a:ext cx="6979800" cy="23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1pPr>
            <a:lvl2pPr marL="914400" lvl="1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2pPr>
            <a:lvl3pPr marL="1371600" lvl="2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3pPr>
            <a:lvl4pPr marL="1828800" lvl="3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4pPr>
            <a:lvl5pPr marL="2286000" lvl="4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5pPr>
            <a:lvl6pPr marL="2743200" lvl="5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6pPr>
            <a:lvl7pPr marL="3200400" lvl="6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7pPr>
            <a:lvl8pPr marL="3657600" lvl="7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8pPr>
            <a:lvl9pPr marL="4114800" lvl="8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5" r:id="rId3"/>
    <p:sldLayoutId id="2147483656" r:id="rId4"/>
    <p:sldLayoutId id="2147483660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>
            <a:spLocks noGrp="1"/>
          </p:cNvSpPr>
          <p:nvPr>
            <p:ph type="ctrTitle"/>
          </p:nvPr>
        </p:nvSpPr>
        <p:spPr>
          <a:xfrm>
            <a:off x="1828800" y="1493525"/>
            <a:ext cx="5486400" cy="215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Bahasa</a:t>
            </a:r>
            <a:r>
              <a:rPr lang="en-US" dirty="0" smtClean="0"/>
              <a:t> </a:t>
            </a:r>
            <a:r>
              <a:rPr lang="en-US" dirty="0" err="1" smtClean="0"/>
              <a:t>Inggris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SD </a:t>
            </a:r>
            <a:r>
              <a:rPr lang="en-US" dirty="0" err="1" smtClean="0"/>
              <a:t>Kelas</a:t>
            </a:r>
            <a:r>
              <a:rPr lang="en-US" dirty="0" smtClean="0"/>
              <a:t> 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M1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914400" y="895350"/>
            <a:ext cx="7315200" cy="304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TELLING TIME</a:t>
            </a:r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endParaRPr lang="en" sz="1200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171450" lvl="0" indent="-17145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itchFamily="2" charset="2"/>
              <a:buChar char="Ø"/>
            </a:pP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428750"/>
            <a:ext cx="4419600" cy="2513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M2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DAYS, DATE, AND MONTH</a:t>
            </a:r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endParaRPr lang="en" sz="1200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 smtClean="0"/>
              <a:t>Treanslate into Indonesai!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1100" b="1" dirty="0" smtClean="0"/>
              <a:t>T</a:t>
            </a:r>
            <a:r>
              <a:rPr lang="en" sz="1100" b="1" dirty="0" smtClean="0"/>
              <a:t>oday is teusday = ………………………..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1100" b="1" dirty="0" smtClean="0"/>
              <a:t>T</a:t>
            </a:r>
            <a:r>
              <a:rPr lang="en" sz="1100" b="1" dirty="0" smtClean="0"/>
              <a:t>omorrow is </a:t>
            </a:r>
            <a:r>
              <a:rPr lang="en-US" sz="1100" b="1" dirty="0" smtClean="0"/>
              <a:t>T</a:t>
            </a:r>
            <a:r>
              <a:rPr lang="en" sz="1100" b="1" dirty="0" smtClean="0"/>
              <a:t>hursday = ………………………..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1100" b="1" dirty="0" smtClean="0"/>
              <a:t>Y</a:t>
            </a:r>
            <a:r>
              <a:rPr lang="en" sz="1100" b="1" dirty="0" smtClean="0"/>
              <a:t>esterday was </a:t>
            </a:r>
            <a:r>
              <a:rPr lang="en-US" sz="1100" b="1" dirty="0" smtClean="0"/>
              <a:t>S</a:t>
            </a:r>
            <a:r>
              <a:rPr lang="en" sz="1100" b="1" dirty="0" smtClean="0"/>
              <a:t>aturday = …………………….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1100" b="1" dirty="0" smtClean="0"/>
              <a:t>T</a:t>
            </a:r>
            <a:r>
              <a:rPr lang="en" sz="1100" b="1" dirty="0" smtClean="0"/>
              <a:t>his month is march = …………………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1100" b="1" dirty="0" smtClean="0"/>
              <a:t>N</a:t>
            </a:r>
            <a:r>
              <a:rPr lang="en" sz="1100" b="1" dirty="0" smtClean="0"/>
              <a:t>ext mont is august = ………………..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1100" b="1" dirty="0" smtClean="0"/>
              <a:t>L</a:t>
            </a:r>
            <a:r>
              <a:rPr lang="en" sz="1100" b="1" dirty="0" smtClean="0"/>
              <a:t>ast month was october = ………….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	</a:t>
            </a: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0076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M3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FAMILY</a:t>
            </a:r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endParaRPr lang="en" sz="1200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 smtClean="0"/>
              <a:t>Exercise!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b="1" dirty="0" smtClean="0"/>
              <a:t>F</a:t>
            </a:r>
            <a:r>
              <a:rPr lang="en" sz="1100" b="1" dirty="0" smtClean="0"/>
              <a:t>ill the blanks by using “his” or  “her”!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US" sz="1100" b="1" dirty="0" smtClean="0"/>
              <a:t>T</a:t>
            </a:r>
            <a:r>
              <a:rPr lang="en" sz="1100" b="1" dirty="0" smtClean="0"/>
              <a:t>his is Hetty’s sister. ……………….. </a:t>
            </a:r>
            <a:r>
              <a:rPr lang="en-US" sz="1100" b="1" dirty="0"/>
              <a:t>n</a:t>
            </a:r>
            <a:r>
              <a:rPr lang="en" sz="1100" b="1" dirty="0" smtClean="0"/>
              <a:t>ame is Lia.</a:t>
            </a:r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This is Hetty’s uncle. ………………….. </a:t>
            </a:r>
            <a:r>
              <a:rPr lang="en-US" sz="1100" b="1" dirty="0"/>
              <a:t>n</a:t>
            </a:r>
            <a:r>
              <a:rPr lang="en" sz="1100" b="1" dirty="0" smtClean="0"/>
              <a:t>ame is Wiguna.</a:t>
            </a:r>
          </a:p>
          <a:p>
            <a:pPr marL="228600" indent="-228600"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 smtClean="0"/>
              <a:t>This is </a:t>
            </a:r>
            <a:r>
              <a:rPr lang="en" sz="1100" b="1" dirty="0"/>
              <a:t>Hetty’s </a:t>
            </a:r>
            <a:r>
              <a:rPr lang="en" sz="1100" b="1" dirty="0" smtClean="0"/>
              <a:t>brother. </a:t>
            </a:r>
            <a:r>
              <a:rPr lang="en" sz="1100" b="1" dirty="0"/>
              <a:t>………………….. </a:t>
            </a:r>
            <a:r>
              <a:rPr lang="en-US" sz="1100" b="1" dirty="0"/>
              <a:t>n</a:t>
            </a:r>
            <a:r>
              <a:rPr lang="en" sz="1100" b="1" dirty="0"/>
              <a:t>ame is </a:t>
            </a:r>
            <a:r>
              <a:rPr lang="en" sz="1100" b="1" dirty="0" smtClean="0"/>
              <a:t>Rizky</a:t>
            </a:r>
            <a:endParaRPr lang="en" sz="1100" b="1" dirty="0"/>
          </a:p>
          <a:p>
            <a:pPr marL="228600" indent="-228600"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/>
              <a:t>This is Hetty’s </a:t>
            </a:r>
            <a:r>
              <a:rPr lang="en" sz="1100" b="1" dirty="0" smtClean="0"/>
              <a:t>mother </a:t>
            </a:r>
            <a:r>
              <a:rPr lang="en" sz="1100" b="1" dirty="0"/>
              <a:t>………………….. </a:t>
            </a:r>
            <a:r>
              <a:rPr lang="en-US" sz="1100" b="1" dirty="0"/>
              <a:t>n</a:t>
            </a:r>
            <a:r>
              <a:rPr lang="en" sz="1100" b="1" dirty="0"/>
              <a:t>ame is </a:t>
            </a:r>
            <a:r>
              <a:rPr lang="en" sz="1100" b="1" dirty="0" smtClean="0"/>
              <a:t>Liju.</a:t>
            </a:r>
            <a:endParaRPr lang="en" sz="1100" b="1" dirty="0"/>
          </a:p>
          <a:p>
            <a:pPr marL="228600" indent="-228600"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" sz="1100" b="1" dirty="0"/>
              <a:t>This is Hetty’s </a:t>
            </a:r>
            <a:r>
              <a:rPr lang="en" sz="1100" b="1" dirty="0" smtClean="0"/>
              <a:t>grandmother. </a:t>
            </a:r>
            <a:r>
              <a:rPr lang="en" sz="1100" b="1" dirty="0"/>
              <a:t>………………….. </a:t>
            </a:r>
            <a:r>
              <a:rPr lang="en-US" sz="1100" b="1" dirty="0"/>
              <a:t>n</a:t>
            </a:r>
            <a:r>
              <a:rPr lang="en" sz="1100" b="1" dirty="0"/>
              <a:t>ame is </a:t>
            </a:r>
            <a:r>
              <a:rPr lang="en" sz="1100" b="1" dirty="0" smtClean="0"/>
              <a:t>Inayah.</a:t>
            </a:r>
            <a:endParaRPr lang="en" sz="1100" b="1" dirty="0"/>
          </a:p>
          <a:p>
            <a:pPr marL="228600" lvl="0" indent="-2286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endParaRPr lang="en" sz="1100" b="1" dirty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		</a:t>
            </a: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427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M4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PHYSICAL APPEARANCE</a:t>
            </a:r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endParaRPr lang="en" sz="1200" dirty="0" smtClean="0"/>
          </a:p>
          <a:p>
            <a:pPr marL="0" lvl="0" indent="0" algn="just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Exercise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		</a:t>
            </a: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809750"/>
            <a:ext cx="4572000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2283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M5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895350"/>
            <a:ext cx="7467600" cy="32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HUMAN FEELING</a:t>
            </a:r>
          </a:p>
          <a:p>
            <a:pPr marL="0" lvl="0" indent="0" algn="ctr">
              <a:buClr>
                <a:schemeClr val="dk1"/>
              </a:buClr>
              <a:buSzPts val="1100"/>
              <a:buNone/>
            </a:pPr>
            <a:endParaRPr lang="en" sz="1200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 smtClean="0"/>
              <a:t>Exercise</a:t>
            </a: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100" b="1" dirty="0" smtClean="0"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100" b="1" dirty="0" smtClean="0"/>
              <a:t>		</a:t>
            </a:r>
            <a:endParaRPr lang="en" sz="1100" dirty="0" smtClean="0"/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063" y="1357427"/>
            <a:ext cx="2700337" cy="3586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98626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838200" y="285750"/>
            <a:ext cx="7162800" cy="45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M6</a:t>
            </a:r>
            <a:endParaRPr dirty="0"/>
          </a:p>
        </p:txBody>
      </p:sp>
      <p:sp>
        <p:nvSpPr>
          <p:cNvPr id="119" name="Google Shape;119;p23"/>
          <p:cNvSpPr txBox="1">
            <a:spLocks noGrp="1"/>
          </p:cNvSpPr>
          <p:nvPr>
            <p:ph type="body" idx="1"/>
          </p:nvPr>
        </p:nvSpPr>
        <p:spPr>
          <a:xfrm>
            <a:off x="762000" y="742950"/>
            <a:ext cx="7467600" cy="419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OCCUPATION</a:t>
            </a:r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endParaRPr lang="en" sz="1200" b="1" dirty="0"/>
          </a:p>
          <a:p>
            <a:pPr marL="0" lvl="0" indent="0" algn="just">
              <a:buClr>
                <a:schemeClr val="dk1"/>
              </a:buClr>
              <a:buSzPts val="1100"/>
              <a:buNone/>
            </a:pPr>
            <a:r>
              <a:rPr lang="en" sz="1200" b="1" dirty="0" smtClean="0"/>
              <a:t>Exercise!</a:t>
            </a:r>
          </a:p>
          <a:p>
            <a:pPr marL="228600" lvl="0" indent="-228600" algn="just">
              <a:buClr>
                <a:schemeClr val="dk1"/>
              </a:buClr>
              <a:buSzPts val="1100"/>
              <a:buAutoNum type="arabicPeriod"/>
            </a:pPr>
            <a:r>
              <a:rPr lang="en-US" sz="1200" b="1" dirty="0" smtClean="0"/>
              <a:t>S</a:t>
            </a:r>
            <a:r>
              <a:rPr lang="en" sz="1200" b="1" dirty="0" smtClean="0"/>
              <a:t>omeone who performs is a …</a:t>
            </a:r>
          </a:p>
          <a:p>
            <a:pPr marL="228600" lvl="0" indent="-228600" algn="just">
              <a:buClr>
                <a:schemeClr val="dk1"/>
              </a:buClr>
              <a:buSzPts val="1100"/>
              <a:buAutoNum type="arabicPeriod"/>
            </a:pPr>
            <a:r>
              <a:rPr lang="en-US" sz="1200" b="1" dirty="0" smtClean="0"/>
              <a:t>S</a:t>
            </a:r>
            <a:r>
              <a:rPr lang="en" sz="1200" b="1" dirty="0" smtClean="0"/>
              <a:t>omeone who plays the guitar is a …….</a:t>
            </a:r>
          </a:p>
          <a:p>
            <a:pPr marL="228600" lvl="0" indent="-228600" algn="just">
              <a:buClr>
                <a:schemeClr val="dk1"/>
              </a:buClr>
              <a:buSzPts val="1100"/>
              <a:buAutoNum type="arabicPeriod"/>
            </a:pPr>
            <a:r>
              <a:rPr lang="en-US" sz="1200" b="1" dirty="0" smtClean="0"/>
              <a:t>S</a:t>
            </a:r>
            <a:r>
              <a:rPr lang="en" sz="1200" b="1" dirty="0" smtClean="0"/>
              <a:t>omeone who practice law is a ……</a:t>
            </a:r>
          </a:p>
          <a:p>
            <a:pPr marL="228600" lvl="0" indent="-228600" algn="just">
              <a:buClr>
                <a:schemeClr val="dk1"/>
              </a:buClr>
              <a:buSzPts val="1100"/>
              <a:buAutoNum type="arabicPeriod"/>
            </a:pPr>
            <a:r>
              <a:rPr lang="en-US" sz="1200" b="1" dirty="0" smtClean="0"/>
              <a:t>S</a:t>
            </a:r>
            <a:r>
              <a:rPr lang="en" sz="1200" b="1" dirty="0" smtClean="0"/>
              <a:t>omeone who writes novels is a ……..</a:t>
            </a:r>
          </a:p>
          <a:p>
            <a:pPr marL="228600" lvl="0" indent="-228600" algn="just">
              <a:buClr>
                <a:schemeClr val="dk1"/>
              </a:buClr>
              <a:buSzPts val="1100"/>
              <a:buAutoNum type="arabicPeriod"/>
            </a:pPr>
            <a:r>
              <a:rPr lang="en-US" sz="1200" b="1" dirty="0" smtClean="0"/>
              <a:t>S</a:t>
            </a:r>
            <a:r>
              <a:rPr lang="en" sz="1200" b="1" dirty="0" smtClean="0"/>
              <a:t>omeone eho is employed by someone is an …..</a:t>
            </a:r>
          </a:p>
        </p:txBody>
      </p:sp>
      <p:sp>
        <p:nvSpPr>
          <p:cNvPr id="121" name="Google Shape;121;p2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5684088"/>
      </p:ext>
    </p:extLst>
  </p:cSld>
  <p:clrMapOvr>
    <a:masterClrMapping/>
  </p:clrMapOvr>
</p:sld>
</file>

<file path=ppt/theme/theme1.xml><?xml version="1.0" encoding="utf-8"?>
<a:theme xmlns:a="http://schemas.openxmlformats.org/drawingml/2006/main" name="Bagot template">
  <a:themeElements>
    <a:clrScheme name="Custom 347">
      <a:dk1>
        <a:srgbClr val="143C55"/>
      </a:dk1>
      <a:lt1>
        <a:srgbClr val="FFFFFF"/>
      </a:lt1>
      <a:dk2>
        <a:srgbClr val="748C9C"/>
      </a:dk2>
      <a:lt2>
        <a:srgbClr val="F7F9EA"/>
      </a:lt2>
      <a:accent1>
        <a:srgbClr val="FEAB19"/>
      </a:accent1>
      <a:accent2>
        <a:srgbClr val="85CE5B"/>
      </a:accent2>
      <a:accent3>
        <a:srgbClr val="65C5DB"/>
      </a:accent3>
      <a:accent4>
        <a:srgbClr val="7D7FD0"/>
      </a:accent4>
      <a:accent5>
        <a:srgbClr val="FA7F99"/>
      </a:accent5>
      <a:accent6>
        <a:srgbClr val="FF4E45"/>
      </a:accent6>
      <a:hlink>
        <a:srgbClr val="26577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188</Words>
  <Application>Microsoft Office PowerPoint</Application>
  <PresentationFormat>On-screen Show (16:9)</PresentationFormat>
  <Paragraphs>59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Bellota Text Light</vt:lpstr>
      <vt:lpstr>Catamaran</vt:lpstr>
      <vt:lpstr>Wingdings</vt:lpstr>
      <vt:lpstr>Catamaran ExtraBold</vt:lpstr>
      <vt:lpstr>Bagot template</vt:lpstr>
      <vt:lpstr>Bahasa Inggris  SD Kelas 4</vt:lpstr>
      <vt:lpstr>M1</vt:lpstr>
      <vt:lpstr>M2</vt:lpstr>
      <vt:lpstr>M3</vt:lpstr>
      <vt:lpstr>M4</vt:lpstr>
      <vt:lpstr>M5</vt:lpstr>
      <vt:lpstr>M6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Bahasa Inggris  SD Kelas 4</dc:title>
  <dc:creator>ASUS</dc:creator>
  <cp:lastModifiedBy>ismail - [2010]</cp:lastModifiedBy>
  <cp:revision>10</cp:revision>
  <dcterms:modified xsi:type="dcterms:W3CDTF">2020-07-16T04:58:10Z</dcterms:modified>
</cp:coreProperties>
</file>