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9" r:id="rId2"/>
    <p:sldId id="267" r:id="rId3"/>
    <p:sldId id="286" r:id="rId4"/>
    <p:sldId id="288" r:id="rId5"/>
    <p:sldId id="289" r:id="rId6"/>
    <p:sldId id="291" r:id="rId7"/>
    <p:sldId id="293" r:id="rId8"/>
  </p:sldIdLst>
  <p:sldSz cx="9144000" cy="5143500" type="screen16x9"/>
  <p:notesSz cx="6858000" cy="9144000"/>
  <p:embeddedFontLst>
    <p:embeddedFont>
      <p:font typeface="Bellota Text Light" charset="0"/>
      <p:regular r:id="rId10"/>
      <p:bold r:id="rId11"/>
      <p:italic r:id="rId12"/>
      <p:boldItalic r:id="rId13"/>
    </p:embeddedFont>
    <p:embeddedFont>
      <p:font typeface="Catamaran ExtraBold" charset="0"/>
      <p:bold r:id="rId14"/>
    </p:embeddedFont>
    <p:embeddedFont>
      <p:font typeface="Catamaran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7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 Soal Penggunaan Sifat-Sifat Operasi Hitung</a:t>
            </a:r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(2 x 3) x 5 = …….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2 x </a:t>
            </a:r>
            <a:r>
              <a:rPr lang="en" b="1" dirty="0" smtClean="0"/>
              <a:t>(6 - 2) = …….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328 + … = 251 + 328 = ….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…. + 120 = 120 + 225 = ….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2 x (12 + 14) = …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14 + (12 + 17) = …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26 x … = 24 x 26 = ….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Faktorisasi Prima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Carilah faktor prima dari 36 dengan menggunakan pohon faktor!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1" dirty="0"/>
              <a:t>Carilah faktor prima dari </a:t>
            </a:r>
            <a:r>
              <a:rPr lang="en" sz="1200" b="1" dirty="0" smtClean="0"/>
              <a:t>72 </a:t>
            </a:r>
            <a:r>
              <a:rPr lang="en" sz="1200" b="1" dirty="0"/>
              <a:t>dengan menggunakan pohon faktor!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1" dirty="0"/>
              <a:t>Carilah faktor prima dari </a:t>
            </a:r>
            <a:r>
              <a:rPr lang="en" sz="1200" b="1" dirty="0" smtClean="0"/>
              <a:t>42 </a:t>
            </a:r>
            <a:r>
              <a:rPr lang="en" sz="1200" b="1" dirty="0"/>
              <a:t>dengan menggunakan pohon faktor!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1" dirty="0"/>
              <a:t>Carilah faktor prima dari </a:t>
            </a:r>
            <a:r>
              <a:rPr lang="en" sz="1200" b="1" dirty="0" smtClean="0"/>
              <a:t>16 </a:t>
            </a:r>
            <a:r>
              <a:rPr lang="en" sz="1200" b="1" dirty="0"/>
              <a:t>dengan menggunakan pohon faktor!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1" dirty="0"/>
              <a:t>Carilah faktor prima dari </a:t>
            </a:r>
            <a:r>
              <a:rPr lang="en" sz="1200" b="1" dirty="0" smtClean="0"/>
              <a:t>90 </a:t>
            </a:r>
            <a:r>
              <a:rPr lang="en" sz="1200" b="1" dirty="0"/>
              <a:t>dengan menggunakan pohon faktor!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Cara Mencari KPK dan FPB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Carilah</a:t>
            </a:r>
            <a:r>
              <a:rPr lang="en-US" sz="1200" b="1" dirty="0" smtClean="0"/>
              <a:t> FPB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KPK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24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60!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200" b="1" dirty="0" err="1"/>
              <a:t>Carilah</a:t>
            </a:r>
            <a:r>
              <a:rPr lang="en-US" sz="1200" b="1" dirty="0"/>
              <a:t> FPB </a:t>
            </a:r>
            <a:r>
              <a:rPr lang="en-US" sz="1200" b="1" dirty="0" err="1"/>
              <a:t>dan</a:t>
            </a:r>
            <a:r>
              <a:rPr lang="en-US" sz="1200" b="1" dirty="0"/>
              <a:t> KPK </a:t>
            </a:r>
            <a:r>
              <a:rPr lang="en-US" sz="1200" b="1" dirty="0" err="1"/>
              <a:t>dari</a:t>
            </a:r>
            <a:r>
              <a:rPr lang="en-US" sz="1200" b="1" dirty="0"/>
              <a:t> 6</a:t>
            </a:r>
            <a:r>
              <a:rPr lang="en-US" sz="1200" b="1" dirty="0" smtClean="0"/>
              <a:t> </a:t>
            </a:r>
            <a:r>
              <a:rPr lang="en-US" sz="1200" b="1" dirty="0" err="1"/>
              <a:t>dan</a:t>
            </a:r>
            <a:r>
              <a:rPr lang="en-US" sz="1200" b="1" dirty="0"/>
              <a:t> </a:t>
            </a:r>
            <a:r>
              <a:rPr lang="en-US" sz="1200" b="1" dirty="0" smtClean="0"/>
              <a:t>14!</a:t>
            </a:r>
            <a:endParaRPr lang="en-US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200" b="1" dirty="0" err="1"/>
              <a:t>Carilah</a:t>
            </a:r>
            <a:r>
              <a:rPr lang="en-US" sz="1200" b="1" dirty="0"/>
              <a:t> FPB </a:t>
            </a:r>
            <a:r>
              <a:rPr lang="en-US" sz="1200" b="1" dirty="0" err="1"/>
              <a:t>dan</a:t>
            </a:r>
            <a:r>
              <a:rPr lang="en-US" sz="1200" b="1" dirty="0"/>
              <a:t> KPK </a:t>
            </a:r>
            <a:r>
              <a:rPr lang="en-US" sz="1200" b="1" dirty="0" err="1"/>
              <a:t>dari</a:t>
            </a:r>
            <a:r>
              <a:rPr lang="en-US" sz="1200" b="1" dirty="0"/>
              <a:t> </a:t>
            </a:r>
            <a:r>
              <a:rPr lang="en-US" sz="1200" b="1" dirty="0" smtClean="0"/>
              <a:t>28 </a:t>
            </a:r>
            <a:r>
              <a:rPr lang="en-US" sz="1200" b="1" dirty="0" err="1"/>
              <a:t>dan</a:t>
            </a:r>
            <a:r>
              <a:rPr lang="en-US" sz="1200" b="1" dirty="0"/>
              <a:t> </a:t>
            </a:r>
            <a:r>
              <a:rPr lang="en-US" sz="1200" b="1" dirty="0" smtClean="0"/>
              <a:t>42!</a:t>
            </a:r>
            <a:endParaRPr lang="en-US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200" b="1" dirty="0" err="1"/>
              <a:t>Carilah</a:t>
            </a:r>
            <a:r>
              <a:rPr lang="en-US" sz="1200" b="1" dirty="0"/>
              <a:t> FPB </a:t>
            </a:r>
            <a:r>
              <a:rPr lang="en-US" sz="1200" b="1" dirty="0" err="1"/>
              <a:t>dan</a:t>
            </a:r>
            <a:r>
              <a:rPr lang="en-US" sz="1200" b="1" dirty="0"/>
              <a:t> KPK </a:t>
            </a:r>
            <a:r>
              <a:rPr lang="en-US" sz="1200" b="1" dirty="0" err="1"/>
              <a:t>dari</a:t>
            </a:r>
            <a:r>
              <a:rPr lang="en-US" sz="1200" b="1" dirty="0"/>
              <a:t> </a:t>
            </a:r>
            <a:r>
              <a:rPr lang="en-US" sz="1200" b="1" dirty="0" smtClean="0"/>
              <a:t>36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/>
              <a:t>60!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200" b="1" dirty="0" err="1"/>
              <a:t>Carilah</a:t>
            </a:r>
            <a:r>
              <a:rPr lang="en-US" sz="1200" b="1" dirty="0"/>
              <a:t> FPB </a:t>
            </a:r>
            <a:r>
              <a:rPr lang="en-US" sz="1200" b="1" dirty="0" err="1"/>
              <a:t>dan</a:t>
            </a:r>
            <a:r>
              <a:rPr lang="en-US" sz="1200" b="1" dirty="0"/>
              <a:t> KPK </a:t>
            </a:r>
            <a:r>
              <a:rPr lang="en-US" sz="1200" b="1" dirty="0" err="1"/>
              <a:t>dari</a:t>
            </a:r>
            <a:r>
              <a:rPr lang="en-US" sz="1200" b="1" dirty="0"/>
              <a:t> </a:t>
            </a:r>
            <a:r>
              <a:rPr lang="en-US" sz="1200" b="1" dirty="0" smtClean="0"/>
              <a:t>120 </a:t>
            </a:r>
            <a:r>
              <a:rPr lang="en-US" sz="1200" b="1" dirty="0" err="1"/>
              <a:t>dan</a:t>
            </a:r>
            <a:r>
              <a:rPr lang="en-US" sz="1200" b="1" dirty="0"/>
              <a:t> </a:t>
            </a:r>
            <a:r>
              <a:rPr lang="en-US" sz="1200" b="1" dirty="0" smtClean="0"/>
              <a:t>300</a:t>
            </a:r>
            <a:r>
              <a:rPr lang="en-US" sz="1200" b="1" dirty="0"/>
              <a:t>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Menentukan Jarak, Waktu, dan Kecepatan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Pak Ahmad mengendarai mobil dari kota A ke kota B dengan kecepatan rata-rata 45 km/jam. Dia berangkat pukul 7.45 dan tiba pukul 11.05. Berapa jarak antara kota A dan kota B?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Budi mengendarai mobil dengan kecepatan rata – rata 60 km/jam. Ia menempuh jarak 360 km. Apabila ia berangkat pukul 05.00, maka ia akan sampai ditempat tujuan pukul ?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Luas Trapesium dan Layang - Layang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Hitunglah luas layang – layang disamping ini …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Hitunglah luas trapesium disamping ini ….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00151"/>
            <a:ext cx="1447800" cy="1602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105150"/>
            <a:ext cx="2171996" cy="125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349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Volume Kubus dan Balok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Diketahui panjang salah satu sisi dari sebuah kubus yaitu 4 cm. Berapakah volume dari kubus tersebut ?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Sebuah bak renang mempunyai ukuran panjang, lebar, dan tinggi berturut – turut 350 cm, 500 cm, dan 230 cm. </a:t>
            </a:r>
            <a:r>
              <a:rPr lang="en" sz="1200" b="1" smtClean="0"/>
              <a:t>Berapakah volume dari bak renang tersebut?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83775011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333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Bellota Text Light</vt:lpstr>
      <vt:lpstr>Catamaran ExtraBold</vt:lpstr>
      <vt:lpstr>Catamaran</vt:lpstr>
      <vt:lpstr>Bagot template</vt:lpstr>
      <vt:lpstr>Matematika  SD Kelas 5</vt:lpstr>
      <vt:lpstr>M1</vt:lpstr>
      <vt:lpstr>M2</vt:lpstr>
      <vt:lpstr>M3</vt:lpstr>
      <vt:lpstr>M4</vt:lpstr>
      <vt:lpstr>M5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13</cp:revision>
  <dcterms:modified xsi:type="dcterms:W3CDTF">2020-07-03T13:44:21Z</dcterms:modified>
</cp:coreProperties>
</file>