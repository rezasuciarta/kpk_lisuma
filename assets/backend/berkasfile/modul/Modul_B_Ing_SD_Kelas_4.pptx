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3"/>
  </p:notesMasterIdLst>
  <p:sldIdLst>
    <p:sldId id="256" r:id="rId2"/>
    <p:sldId id="257" r:id="rId3"/>
    <p:sldId id="28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</p:sldIdLst>
  <p:sldSz cx="9144000" cy="5143500" type="screen16x9"/>
  <p:notesSz cx="6858000" cy="9144000"/>
  <p:embeddedFontLst>
    <p:embeddedFont>
      <p:font typeface="Catamaran" charset="0"/>
      <p:regular r:id="rId14"/>
      <p:bold r:id="rId15"/>
    </p:embeddedFont>
    <p:embeddedFont>
      <p:font typeface="Bellota Text Light" charset="0"/>
      <p:regular r:id="rId16"/>
      <p:bold r:id="rId17"/>
      <p:italic r:id="rId18"/>
      <p:boldItalic r:id="rId19"/>
    </p:embeddedFont>
    <p:embeddedFont>
      <p:font typeface="Catamaran ExtraBold" charset="0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5" d="100"/>
          <a:sy n="95" d="100"/>
        </p:scale>
        <p:origin x="-72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9472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974875"/>
            <a:ext cx="9144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544005" y="1061352"/>
            <a:ext cx="382111" cy="4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1082050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747958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doc.pub/documents/rangkuman-materi-dan-kumpulan-soal-bahasa-inggris-kelas-4-6-sd-8x4e61zmv8n3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Bahasa</a:t>
            </a:r>
            <a:r>
              <a:rPr lang="en-US" dirty="0" smtClean="0"/>
              <a:t> </a:t>
            </a:r>
            <a:r>
              <a:rPr lang="en-US" dirty="0" err="1" smtClean="0"/>
              <a:t>Inggris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M1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914400" y="895350"/>
            <a:ext cx="7315200" cy="30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Introducition, Greeting, Simple Instruction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Introduction (Perkenalan)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introduce your self, you can say: My name is …….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2. Greeting (Salam)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meet someone, you can say: Hai, Hello, Good morning, good evening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3. Simple Instruction (aba-aba sederhana)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Some examples of simple intruction: Stand up! Sit down! Clap your hands!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M1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/>
              <a:t>Introducition, Greeting, Simple Instruction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Example 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A : Hellow, good morning. My name is A. What is your name?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B : I am B. How do you do A?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A : How do you do too. Nice to meet you B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B : Oh A, sit down, please.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A :  Thanks you, but I have to go. Good bye, B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B : Bye, see you next time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007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M2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Demonstrated, Asking for something, Uniforms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Demonstrated (Menunjukkan) : It is ….., They is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Asking for something (Menanyakan benda) : Is this a ….. ? Is that a ….? What is that? What is it?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Uniforms (Pakaian/seragam) : Hat, tie, shirt, short, trouser,  skirt, belt, shoes, jacket, syal, etc.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Example: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What is this ? This is hat.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What is it? It is tie.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Are they socks?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4698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M3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Adjectives, Simple Instruction 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Demonstrated (Menunjukkan) : It is ….., They is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Asking for something (Menanyakan benda) : Is this a ….. ? Is that a ….? What is that? What is it?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Uniforms (Pakaian/seragam) : Hat, tie, shirt, short, trouser,  skirt, belt, shoes, jacket, syal, etc.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Example: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What is this ? This is hat.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What is it? It is tie.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Are they socks?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82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M4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Thank’s, Sorry, Asking for Help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Thank’s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say thank you, you can say : thanks’s, thank you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2. Asking for pardon.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ask for somebody’s pardon you can say: I’m sorry, forgive me, I beg your pardon</a:t>
            </a: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3. </a:t>
            </a:r>
            <a:r>
              <a:rPr lang="en" sz="1100" b="1" dirty="0" smtClean="0"/>
              <a:t>Giving for pardon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giving for pardon, you can say : Nevermind, it’s ok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4. Asking for help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asking for help, you can say: Could you help me, please?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5. Interdicting (Melarang)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Some examples of interdicting: Don’t noise! Don’t sit! Don’t stand!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3015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M4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Thank’s, Sorry, Asking for Help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Example: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X : Y, helps me, please! 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Y : What is it?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X : Don’t noise, please. I’m busy.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Y : Oh, I’m sorry.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X : Nevermind, thank you.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122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M5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Colors</a:t>
            </a:r>
            <a:endParaRPr lang="en" sz="1200" b="1" dirty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Colors (Warna)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Black, brown, red, orange, yellow, green, blue, purple, grey, white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2. Which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 b="1" dirty="0" smtClean="0"/>
              <a:t>T</a:t>
            </a:r>
            <a:r>
              <a:rPr lang="en" sz="1100" b="1" dirty="0" smtClean="0"/>
              <a:t>his word used to ask something between other things: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Which is you bag?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Which are you pencil?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3114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3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Introduction, Askingm Permision, Agreeing and Interdicting</a:t>
            </a:r>
            <a:endParaRPr lang="en" sz="1200" b="1" dirty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Introduce someone (mengenalkan orang lain)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inroduce someine, you can say: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Hello, this is Andi.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Hi, I’m Dian and he is Andi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2. Asking (mengajak)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 b="1" dirty="0" smtClean="0"/>
              <a:t>To asking someone for something, you can say: Let’s!, Come in!, Come on!, etc.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 b="1" dirty="0" smtClean="0"/>
              <a:t>3. </a:t>
            </a:r>
            <a:r>
              <a:rPr lang="en-US" sz="1100" b="1" dirty="0" err="1" smtClean="0"/>
              <a:t>Permissin</a:t>
            </a:r>
            <a:r>
              <a:rPr lang="en-US" sz="1100" b="1" dirty="0" smtClean="0"/>
              <a:t> (</a:t>
            </a:r>
            <a:r>
              <a:rPr lang="en-US" sz="1100" b="1" dirty="0" err="1" smtClean="0"/>
              <a:t>Izin</a:t>
            </a:r>
            <a:r>
              <a:rPr lang="en-US" sz="1100" b="1" dirty="0" smtClean="0"/>
              <a:t>)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ask or give for permission, you can say: May I……?, sure….., yes of course, etc.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4. Agreeing (Persetujuan)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 b="1" dirty="0" smtClean="0"/>
              <a:t>T</a:t>
            </a:r>
            <a:r>
              <a:rPr lang="en" sz="1100" b="1" dirty="0" smtClean="0"/>
              <a:t>o Agree or disagree for something, you can say: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- Yes, I agree		- No, I disagree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6582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3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Introduction, Askingm Permision, Agreeing and Interdicting</a:t>
            </a:r>
            <a:endParaRPr lang="en" sz="1200" b="1" dirty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Interdicting (Melarang)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Some examples of interdicting: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Don’t noise!</a:t>
            </a:r>
            <a:endParaRPr lang="en" sz="1100" b="1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Don’t stand!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Don’t sit!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6433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3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Daftar Pustaka :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100" b="1" dirty="0">
                <a:hlinkClick r:id="rId3"/>
              </a:rPr>
              <a:t>https://idoc.pub/documents/rangkuman-materi-dan-kumpulan-soal-bahasa-inggris-kelas-4-6-sd-8x4e61zmv8n3</a:t>
            </a: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2748196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700</Words>
  <Application>Microsoft Office PowerPoint</Application>
  <PresentationFormat>On-screen Show (16:9)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Catamaran</vt:lpstr>
      <vt:lpstr>Wingdings</vt:lpstr>
      <vt:lpstr>Bellota Text Light</vt:lpstr>
      <vt:lpstr>Catamaran ExtraBold</vt:lpstr>
      <vt:lpstr>Bagot template</vt:lpstr>
      <vt:lpstr>Bahasa Inggris  SD Kelas 4</vt:lpstr>
      <vt:lpstr>M1</vt:lpstr>
      <vt:lpstr>M1</vt:lpstr>
      <vt:lpstr>M2</vt:lpstr>
      <vt:lpstr>M3</vt:lpstr>
      <vt:lpstr>M4</vt:lpstr>
      <vt:lpstr>M4</vt:lpstr>
      <vt:lpstr>M5</vt:lpstr>
      <vt:lpstr>M6</vt:lpstr>
      <vt:lpstr>M6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Bahasa Inggris  SD Kelas 4</dc:title>
  <dc:creator>ASUS</dc:creator>
  <cp:lastModifiedBy>ismail - [2010]</cp:lastModifiedBy>
  <cp:revision>15</cp:revision>
  <dcterms:modified xsi:type="dcterms:W3CDTF">2020-07-03T11:20:25Z</dcterms:modified>
</cp:coreProperties>
</file>