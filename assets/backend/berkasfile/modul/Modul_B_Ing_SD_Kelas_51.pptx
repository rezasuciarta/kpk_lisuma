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9"/>
  </p:notesMasterIdLst>
  <p:sldIdLst>
    <p:sldId id="256" r:id="rId2"/>
    <p:sldId id="304" r:id="rId3"/>
    <p:sldId id="257" r:id="rId4"/>
    <p:sldId id="305" r:id="rId5"/>
    <p:sldId id="306" r:id="rId6"/>
    <p:sldId id="285" r:id="rId7"/>
    <p:sldId id="307" r:id="rId8"/>
    <p:sldId id="308" r:id="rId9"/>
    <p:sldId id="309" r:id="rId10"/>
    <p:sldId id="296" r:id="rId11"/>
    <p:sldId id="310" r:id="rId12"/>
    <p:sldId id="311" r:id="rId13"/>
    <p:sldId id="297" r:id="rId14"/>
    <p:sldId id="312" r:id="rId15"/>
    <p:sldId id="298" r:id="rId16"/>
    <p:sldId id="313" r:id="rId17"/>
    <p:sldId id="299" r:id="rId18"/>
  </p:sldIdLst>
  <p:sldSz cx="9144000" cy="5143500" type="screen16x9"/>
  <p:notesSz cx="6858000" cy="9144000"/>
  <p:embeddedFontLst>
    <p:embeddedFont>
      <p:font typeface="Catamaran ExtraBold" charset="0"/>
      <p:bold r:id="rId20"/>
    </p:embeddedFont>
    <p:embeddedFont>
      <p:font typeface="Bellota Text Light" charset="0"/>
      <p:regular r:id="rId21"/>
      <p:bold r:id="rId22"/>
      <p:italic r:id="rId23"/>
      <p:boldItalic r:id="rId24"/>
    </p:embeddedFont>
    <p:embeddedFont>
      <p:font typeface="Catamaran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-72" y="-4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72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74875"/>
            <a:ext cx="9144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544005" y="1061352"/>
            <a:ext cx="382111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082050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47958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dirty="0" err="1" smtClean="0"/>
              <a:t>Inggris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762000" y="1733550"/>
            <a:ext cx="71628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M1</a:t>
            </a:r>
            <a:br>
              <a:rPr lang="en-US" sz="3200" dirty="0" smtClean="0"/>
            </a:br>
            <a:r>
              <a:rPr lang="en-US" sz="3200" dirty="0" smtClean="0"/>
              <a:t>TELLING TIME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117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914400" y="895350"/>
            <a:ext cx="7315200" cy="30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  <a:endParaRPr lang="en" sz="1200" b="1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 dirty="0" smtClean="0"/>
              <a:t>A</a:t>
            </a:r>
            <a:r>
              <a:rPr lang="en" sz="1100" b="1" dirty="0" smtClean="0"/>
              <a:t> quarter = seperempat (15 menit)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 b="1" dirty="0" smtClean="0"/>
              <a:t>A</a:t>
            </a:r>
            <a:r>
              <a:rPr lang="en" sz="1100" b="1" dirty="0" smtClean="0"/>
              <a:t> half = setengah (30 menit)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Kalimat yang biasa digunakan yang berhubungan dengan telling the time :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W</a:t>
            </a:r>
            <a:r>
              <a:rPr lang="en" sz="1100" b="1" dirty="0" smtClean="0"/>
              <a:t>hat time is it?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W</a:t>
            </a:r>
            <a:r>
              <a:rPr lang="en" sz="1100" b="1" dirty="0" smtClean="0"/>
              <a:t>hat time is it now?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I</a:t>
            </a:r>
            <a:r>
              <a:rPr lang="en" sz="1100" b="1" dirty="0" smtClean="0"/>
              <a:t>t is ten o’clock.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W</a:t>
            </a:r>
            <a:r>
              <a:rPr lang="en" sz="1100" b="1" dirty="0" smtClean="0"/>
              <a:t>hat time do you usually wake up?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I</a:t>
            </a:r>
            <a:r>
              <a:rPr lang="en" sz="1100" b="1" dirty="0" smtClean="0"/>
              <a:t> wake up at five o’clock.</a:t>
            </a:r>
            <a:endParaRPr lang="en" sz="11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914400" y="895350"/>
            <a:ext cx="7315200" cy="30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33499"/>
            <a:ext cx="4876800" cy="2627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888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762000" y="1733550"/>
            <a:ext cx="71628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M2</a:t>
            </a:r>
            <a:br>
              <a:rPr lang="en-US" sz="3200" dirty="0" smtClean="0"/>
            </a:br>
            <a:r>
              <a:rPr lang="en-US" sz="3200" dirty="0" smtClean="0"/>
              <a:t>DAYS, DATE, AND MONTH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517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DAYS, DATE, AND MONTH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Days in a week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885950"/>
            <a:ext cx="496252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007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DAYS, DATE, AND MONTH</a:t>
            </a:r>
            <a:endParaRPr lang="en" sz="12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/>
              <a:t>	</a:t>
            </a:r>
            <a:r>
              <a:rPr lang="en" sz="1100" b="1" dirty="0" smtClean="0"/>
              <a:t>Month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04950"/>
            <a:ext cx="3238156" cy="281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182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DAYS, DATE, AND MONTH</a:t>
            </a:r>
            <a:endParaRPr lang="en" sz="12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 smtClean="0"/>
              <a:t>Dates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76350"/>
            <a:ext cx="4724400" cy="323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52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762000" y="1733550"/>
            <a:ext cx="71628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M3</a:t>
            </a:r>
            <a:br>
              <a:rPr lang="en-US" sz="3200" dirty="0" smtClean="0"/>
            </a:br>
            <a:r>
              <a:rPr lang="en-US" sz="3200" dirty="0" smtClean="0"/>
              <a:t>FAMILY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717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FAMILY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52550"/>
            <a:ext cx="4086225" cy="284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4698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FAMILY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err="1" smtClean="0"/>
              <a:t>Nama</a:t>
            </a:r>
            <a:r>
              <a:rPr lang="en" sz="1100" b="1" dirty="0" smtClean="0"/>
              <a:t>-nama anggota keluarga: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F</a:t>
            </a:r>
            <a:r>
              <a:rPr lang="en" sz="1100" b="1" dirty="0" smtClean="0"/>
              <a:t>ather = ayah			- husband = suami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M</a:t>
            </a:r>
            <a:r>
              <a:rPr lang="en" sz="1100" b="1" dirty="0" smtClean="0"/>
              <a:t>other = ibu			- wife = istri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P</a:t>
            </a:r>
            <a:r>
              <a:rPr lang="en" sz="1100" b="1" dirty="0" smtClean="0"/>
              <a:t>arents = orang tua			- grandfather = kakek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B</a:t>
            </a:r>
            <a:r>
              <a:rPr lang="en" sz="1100" b="1" dirty="0" smtClean="0"/>
              <a:t>rother = kakak kandung laki-laki		- grandmother = nenek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S</a:t>
            </a:r>
            <a:r>
              <a:rPr lang="en" sz="1100" b="1" dirty="0" smtClean="0"/>
              <a:t>ister = kakak kandung perempuan 		- children = anak – anak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S</a:t>
            </a:r>
            <a:r>
              <a:rPr lang="en" sz="1100" b="1" dirty="0" smtClean="0"/>
              <a:t>on = anak laki-laki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D</a:t>
            </a:r>
            <a:r>
              <a:rPr lang="en" sz="1100" b="1" dirty="0" smtClean="0"/>
              <a:t>aughther = anak kandung perempuan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A</a:t>
            </a:r>
            <a:r>
              <a:rPr lang="en" sz="1100" b="1" dirty="0" smtClean="0"/>
              <a:t>unt = tante (bibi)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sz="1100" b="1" dirty="0" smtClean="0"/>
              <a:t>U</a:t>
            </a:r>
            <a:r>
              <a:rPr lang="en" sz="1100" b="1" dirty="0" smtClean="0"/>
              <a:t>ncle = paman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54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762000" y="1733550"/>
            <a:ext cx="71628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M4</a:t>
            </a:r>
            <a:br>
              <a:rPr lang="en-US" sz="3200" dirty="0" smtClean="0"/>
            </a:br>
            <a:r>
              <a:rPr lang="en-US" sz="3200" dirty="0" smtClean="0"/>
              <a:t>PHYSICAL APPEARANCE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369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685800" y="8191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3350"/>
            <a:ext cx="3276600" cy="462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38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762000" y="1733550"/>
            <a:ext cx="71628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M5</a:t>
            </a:r>
            <a:br>
              <a:rPr lang="en-US" sz="3200" dirty="0" smtClean="0"/>
            </a:br>
            <a:r>
              <a:rPr lang="en-US" sz="3200" dirty="0" smtClean="0"/>
              <a:t>HUMAN FEELING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8278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666750"/>
            <a:ext cx="5486400" cy="3569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3015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762000" y="1733550"/>
            <a:ext cx="7162800" cy="99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M6</a:t>
            </a:r>
            <a:br>
              <a:rPr lang="en-US" sz="3200" dirty="0" smtClean="0"/>
            </a:br>
            <a:r>
              <a:rPr lang="en-US" sz="3200" dirty="0" smtClean="0"/>
              <a:t>OCCUPATION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471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OCCUPATION</a:t>
            </a:r>
            <a:endParaRPr lang="en" sz="1200" b="1" dirty="0"/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Accountant	- Burglar		- Doctor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A</a:t>
            </a:r>
            <a:r>
              <a:rPr lang="en" sz="1200" b="1" dirty="0" smtClean="0"/>
              <a:t>ctor		- Butcher		- Editor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A</a:t>
            </a:r>
            <a:r>
              <a:rPr lang="en" sz="1200" b="1" dirty="0" smtClean="0"/>
              <a:t>ctress		- Carpenter		- Farmer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A</a:t>
            </a:r>
            <a:r>
              <a:rPr lang="en" sz="1200" b="1" dirty="0" smtClean="0"/>
              <a:t>thlete		- Chauffeur		- Lawyer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A</a:t>
            </a:r>
            <a:r>
              <a:rPr lang="en" sz="1200" b="1" dirty="0" smtClean="0"/>
              <a:t>uthor		- Chef		- Pilot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B</a:t>
            </a:r>
            <a:r>
              <a:rPr lang="en" sz="1200" b="1" dirty="0" smtClean="0"/>
              <a:t>aker		- Clerk		- Nurse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B</a:t>
            </a:r>
            <a:r>
              <a:rPr lang="en" sz="1200" b="1" dirty="0" smtClean="0"/>
              <a:t>anker		- Coach		- Sailor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B</a:t>
            </a:r>
            <a:r>
              <a:rPr lang="en" sz="1200" b="1" dirty="0" smtClean="0"/>
              <a:t>arber		- Crook		- Soldier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B</a:t>
            </a:r>
            <a:r>
              <a:rPr lang="en" sz="1200" b="1" dirty="0" smtClean="0"/>
              <a:t>eautican		- Criminal		- Policeman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smtClean="0"/>
              <a:t>B</a:t>
            </a:r>
            <a:r>
              <a:rPr lang="en" sz="1200" b="1" dirty="0" smtClean="0"/>
              <a:t>roker		- Dentist		- Teacher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122558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136</Words>
  <Application>Microsoft Office PowerPoint</Application>
  <PresentationFormat>On-screen Show (16:9)</PresentationFormat>
  <Paragraphs>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Catamaran ExtraBold</vt:lpstr>
      <vt:lpstr>Bellota Text Light</vt:lpstr>
      <vt:lpstr>Wingdings</vt:lpstr>
      <vt:lpstr>Catamaran</vt:lpstr>
      <vt:lpstr>Bagot template</vt:lpstr>
      <vt:lpstr>Bahasa Inggris  SD Kelas 4</vt:lpstr>
      <vt:lpstr>M1 TELLING TIME</vt:lpstr>
      <vt:lpstr>M1</vt:lpstr>
      <vt:lpstr>M1</vt:lpstr>
      <vt:lpstr>M2 DAYS, DATE, AND MONTH</vt:lpstr>
      <vt:lpstr>M2</vt:lpstr>
      <vt:lpstr>M2</vt:lpstr>
      <vt:lpstr>M2</vt:lpstr>
      <vt:lpstr>M3 FAMILY</vt:lpstr>
      <vt:lpstr>M3</vt:lpstr>
      <vt:lpstr>M3</vt:lpstr>
      <vt:lpstr>M4 PHYSICAL APPEARANCE</vt:lpstr>
      <vt:lpstr>M4</vt:lpstr>
      <vt:lpstr>M5 HUMAN FEELING</vt:lpstr>
      <vt:lpstr>M5</vt:lpstr>
      <vt:lpstr>M6 OCCUPATION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Bahasa Inggris  SD Kelas 4</dc:title>
  <dc:creator>ASUS</dc:creator>
  <cp:lastModifiedBy>ismail - [2010]</cp:lastModifiedBy>
  <cp:revision>19</cp:revision>
  <dcterms:modified xsi:type="dcterms:W3CDTF">2020-07-16T04:57:53Z</dcterms:modified>
</cp:coreProperties>
</file>