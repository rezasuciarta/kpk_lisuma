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68" r:id="rId1"/>
  </p:sldMasterIdLst>
  <p:notesMasterIdLst>
    <p:notesMasterId r:id="rId21"/>
  </p:notesMasterIdLst>
  <p:sldIdLst>
    <p:sldId id="256" r:id="rId2"/>
    <p:sldId id="257" r:id="rId3"/>
    <p:sldId id="285" r:id="rId4"/>
    <p:sldId id="304" r:id="rId5"/>
    <p:sldId id="305" r:id="rId6"/>
    <p:sldId id="296" r:id="rId7"/>
    <p:sldId id="306" r:id="rId8"/>
    <p:sldId id="307" r:id="rId9"/>
    <p:sldId id="297" r:id="rId10"/>
    <p:sldId id="308" r:id="rId11"/>
    <p:sldId id="309" r:id="rId12"/>
    <p:sldId id="298" r:id="rId13"/>
    <p:sldId id="299" r:id="rId14"/>
    <p:sldId id="310" r:id="rId15"/>
    <p:sldId id="300" r:id="rId16"/>
    <p:sldId id="311" r:id="rId17"/>
    <p:sldId id="301" r:id="rId18"/>
    <p:sldId id="302" r:id="rId19"/>
    <p:sldId id="303" r:id="rId20"/>
  </p:sldIdLst>
  <p:sldSz cx="9144000" cy="5143500" type="screen16x9"/>
  <p:notesSz cx="6858000" cy="9144000"/>
  <p:embeddedFontLst>
    <p:embeddedFont>
      <p:font typeface="Bellota Text Light" charset="0"/>
      <p:regular r:id="rId22"/>
      <p:bold r:id="rId23"/>
      <p:italic r:id="rId24"/>
      <p:boldItalic r:id="rId25"/>
    </p:embeddedFont>
    <p:embeddedFont>
      <p:font typeface="Catamaran ExtraBold" charset="0"/>
      <p:bold r:id="rId26"/>
    </p:embeddedFont>
    <p:embeddedFont>
      <p:font typeface="Catamaran" charset="0"/>
      <p:regular r:id="rId27"/>
      <p:bold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182B24A4-CE14-4CFF-B1E5-92728488463D}">
  <a:tblStyle styleId="{182B24A4-CE14-4CFF-B1E5-92728488463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3" d="100"/>
          <a:sy n="73" d="100"/>
        </p:scale>
        <p:origin x="6" y="-33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86947287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-25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/>
          <p:nvPr/>
        </p:nvSpPr>
        <p:spPr>
          <a:xfrm>
            <a:off x="1630650" y="1333450"/>
            <a:ext cx="5882700" cy="24765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285750" algn="bl" rotWithShape="0">
              <a:srgbClr val="054C3A">
                <a:alpha val="25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1828800" y="1493525"/>
            <a:ext cx="5486400" cy="2156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_AND_TWO_COLUMN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/>
          <p:nvPr/>
        </p:nvSpPr>
        <p:spPr>
          <a:xfrm>
            <a:off x="741600" y="741600"/>
            <a:ext cx="7660800" cy="36603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285750" algn="bl" rotWithShape="0">
              <a:srgbClr val="054C3A">
                <a:alpha val="25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0" name="Google Shape;40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3974875"/>
            <a:ext cx="9144000" cy="857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" name="Google Shape;41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 flipH="1">
            <a:off x="544005" y="1061352"/>
            <a:ext cx="382111" cy="423375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7"/>
          <p:cNvSpPr txBox="1">
            <a:spLocks noGrp="1"/>
          </p:cNvSpPr>
          <p:nvPr>
            <p:ph type="title"/>
          </p:nvPr>
        </p:nvSpPr>
        <p:spPr>
          <a:xfrm>
            <a:off x="1082050" y="1127750"/>
            <a:ext cx="6979800" cy="33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1"/>
          </p:nvPr>
        </p:nvSpPr>
        <p:spPr>
          <a:xfrm>
            <a:off x="1082050" y="1633650"/>
            <a:ext cx="3313800" cy="2511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55600" rtl="0">
              <a:spcBef>
                <a:spcPts val="600"/>
              </a:spcBef>
              <a:spcAft>
                <a:spcPts val="0"/>
              </a:spcAft>
              <a:buSzPts val="2000"/>
              <a:buChar char="●"/>
              <a:defRPr/>
            </a:lvl1pPr>
            <a:lvl2pPr marL="914400" lvl="1" indent="-3556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/>
            </a:lvl2pPr>
            <a:lvl3pPr marL="1371600" lvl="2" indent="-3556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3pPr>
            <a:lvl4pPr marL="1828800" lvl="3" indent="-355600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4pPr>
            <a:lvl5pPr marL="2286000" lvl="4" indent="-3556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/>
            </a:lvl5pPr>
            <a:lvl6pPr marL="2743200" lvl="5" indent="-3556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6pPr>
            <a:lvl7pPr marL="3200400" lvl="6" indent="-355600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7pPr>
            <a:lvl8pPr marL="3657600" lvl="7" indent="-3556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/>
            </a:lvl8pPr>
            <a:lvl9pPr marL="4114800" lvl="8" indent="-3556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2"/>
          </p:nvPr>
        </p:nvSpPr>
        <p:spPr>
          <a:xfrm>
            <a:off x="4747958" y="1633650"/>
            <a:ext cx="3313800" cy="2511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55600" rtl="0">
              <a:spcBef>
                <a:spcPts val="600"/>
              </a:spcBef>
              <a:spcAft>
                <a:spcPts val="0"/>
              </a:spcAft>
              <a:buSzPts val="2000"/>
              <a:buChar char="●"/>
              <a:defRPr/>
            </a:lvl1pPr>
            <a:lvl2pPr marL="914400" lvl="1" indent="-3556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/>
            </a:lvl2pPr>
            <a:lvl3pPr marL="1371600" lvl="2" indent="-3556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3pPr>
            <a:lvl4pPr marL="1828800" lvl="3" indent="-355600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4pPr>
            <a:lvl5pPr marL="2286000" lvl="4" indent="-3556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/>
            </a:lvl5pPr>
            <a:lvl6pPr marL="2743200" lvl="5" indent="-3556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6pPr>
            <a:lvl7pPr marL="3200400" lvl="6" indent="-355600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7pPr>
            <a:lvl8pPr marL="3657600" lvl="7" indent="-3556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/>
            </a:lvl8pPr>
            <a:lvl9pPr marL="4114800" lvl="8" indent="-3556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- Tyrannosaurus" type="titleOnly">
  <p:cSld name="TITLE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9"/>
          <p:cNvSpPr/>
          <p:nvPr/>
        </p:nvSpPr>
        <p:spPr>
          <a:xfrm>
            <a:off x="741600" y="741600"/>
            <a:ext cx="7660800" cy="36603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285750" algn="bl" rotWithShape="0">
              <a:srgbClr val="054C3A">
                <a:alpha val="25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7" name="Google Shape;57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4791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9"/>
          <p:cNvSpPr txBox="1">
            <a:spLocks noGrp="1"/>
          </p:cNvSpPr>
          <p:nvPr>
            <p:ph type="title"/>
          </p:nvPr>
        </p:nvSpPr>
        <p:spPr>
          <a:xfrm>
            <a:off x="1082050" y="975350"/>
            <a:ext cx="6979800" cy="33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- Plesiosaur">
  <p:cSld name="TITLE_ONLY_1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0"/>
          <p:cNvSpPr/>
          <p:nvPr/>
        </p:nvSpPr>
        <p:spPr>
          <a:xfrm>
            <a:off x="741600" y="741600"/>
            <a:ext cx="7660800" cy="36603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285750" algn="bl" rotWithShape="0">
              <a:srgbClr val="054C3A">
                <a:alpha val="25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2" name="Google Shape;62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3986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0"/>
          <p:cNvSpPr txBox="1">
            <a:spLocks noGrp="1"/>
          </p:cNvSpPr>
          <p:nvPr>
            <p:ph type="title"/>
          </p:nvPr>
        </p:nvSpPr>
        <p:spPr>
          <a:xfrm>
            <a:off x="1082050" y="975350"/>
            <a:ext cx="6979800" cy="33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0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- Diplodocus">
  <p:cSld name="TITLE_ONLY_1_1_1_1_1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4"/>
          <p:cNvSpPr/>
          <p:nvPr/>
        </p:nvSpPr>
        <p:spPr>
          <a:xfrm>
            <a:off x="741600" y="741600"/>
            <a:ext cx="7660800" cy="36603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285750" algn="bl" rotWithShape="0">
              <a:srgbClr val="054C3A">
                <a:alpha val="25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2" name="Google Shape;82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4"/>
          <p:cNvSpPr txBox="1">
            <a:spLocks noGrp="1"/>
          </p:cNvSpPr>
          <p:nvPr>
            <p:ph type="title"/>
          </p:nvPr>
        </p:nvSpPr>
        <p:spPr>
          <a:xfrm>
            <a:off x="1082050" y="975350"/>
            <a:ext cx="6979800" cy="33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4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chemeClr val="lt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1082050" y="1127750"/>
            <a:ext cx="6979800" cy="33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ExtraBold"/>
              <a:buNone/>
              <a:defRPr sz="2400">
                <a:solidFill>
                  <a:schemeClr val="dk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ExtraBold"/>
              <a:buNone/>
              <a:defRPr sz="2400">
                <a:solidFill>
                  <a:schemeClr val="dk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ExtraBold"/>
              <a:buNone/>
              <a:defRPr sz="2400">
                <a:solidFill>
                  <a:schemeClr val="dk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ExtraBold"/>
              <a:buNone/>
              <a:defRPr sz="2400">
                <a:solidFill>
                  <a:schemeClr val="dk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ExtraBold"/>
              <a:buNone/>
              <a:defRPr sz="2400">
                <a:solidFill>
                  <a:schemeClr val="dk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ExtraBold"/>
              <a:buNone/>
              <a:defRPr sz="2400">
                <a:solidFill>
                  <a:schemeClr val="dk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ExtraBold"/>
              <a:buNone/>
              <a:defRPr sz="2400">
                <a:solidFill>
                  <a:schemeClr val="dk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ExtraBold"/>
              <a:buNone/>
              <a:defRPr sz="2400">
                <a:solidFill>
                  <a:schemeClr val="dk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ExtraBold"/>
              <a:buNone/>
              <a:defRPr sz="2400">
                <a:solidFill>
                  <a:schemeClr val="dk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1082050" y="1633651"/>
            <a:ext cx="6979800" cy="23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556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Bellota Text Light"/>
              <a:buChar char="●"/>
              <a:defRPr sz="2000">
                <a:solidFill>
                  <a:schemeClr val="dk1"/>
                </a:solidFill>
                <a:latin typeface="Bellota Text Light"/>
                <a:ea typeface="Bellota Text Light"/>
                <a:cs typeface="Bellota Text Light"/>
                <a:sym typeface="Bellota Text Light"/>
              </a:defRPr>
            </a:lvl1pPr>
            <a:lvl2pPr marL="914400" lvl="1" indent="-355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Bellota Text Light"/>
              <a:buChar char="○"/>
              <a:defRPr sz="2000">
                <a:solidFill>
                  <a:schemeClr val="dk1"/>
                </a:solidFill>
                <a:latin typeface="Bellota Text Light"/>
                <a:ea typeface="Bellota Text Light"/>
                <a:cs typeface="Bellota Text Light"/>
                <a:sym typeface="Bellota Text Light"/>
              </a:defRPr>
            </a:lvl2pPr>
            <a:lvl3pPr marL="1371600" lvl="2" indent="-355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Bellota Text Light"/>
              <a:buChar char="■"/>
              <a:defRPr sz="2000">
                <a:solidFill>
                  <a:schemeClr val="dk1"/>
                </a:solidFill>
                <a:latin typeface="Bellota Text Light"/>
                <a:ea typeface="Bellota Text Light"/>
                <a:cs typeface="Bellota Text Light"/>
                <a:sym typeface="Bellota Text Light"/>
              </a:defRPr>
            </a:lvl3pPr>
            <a:lvl4pPr marL="1828800" lvl="3" indent="-355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llota Text Light"/>
              <a:buChar char="●"/>
              <a:defRPr sz="2000">
                <a:solidFill>
                  <a:schemeClr val="dk1"/>
                </a:solidFill>
                <a:latin typeface="Bellota Text Light"/>
                <a:ea typeface="Bellota Text Light"/>
                <a:cs typeface="Bellota Text Light"/>
                <a:sym typeface="Bellota Text Light"/>
              </a:defRPr>
            </a:lvl4pPr>
            <a:lvl5pPr marL="2286000" lvl="4" indent="-355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llota Text Light"/>
              <a:buChar char="○"/>
              <a:defRPr sz="2000">
                <a:solidFill>
                  <a:schemeClr val="dk1"/>
                </a:solidFill>
                <a:latin typeface="Bellota Text Light"/>
                <a:ea typeface="Bellota Text Light"/>
                <a:cs typeface="Bellota Text Light"/>
                <a:sym typeface="Bellota Text Light"/>
              </a:defRPr>
            </a:lvl5pPr>
            <a:lvl6pPr marL="2743200" lvl="5" indent="-355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llota Text Light"/>
              <a:buChar char="■"/>
              <a:defRPr sz="2000">
                <a:solidFill>
                  <a:schemeClr val="dk1"/>
                </a:solidFill>
                <a:latin typeface="Bellota Text Light"/>
                <a:ea typeface="Bellota Text Light"/>
                <a:cs typeface="Bellota Text Light"/>
                <a:sym typeface="Bellota Text Light"/>
              </a:defRPr>
            </a:lvl6pPr>
            <a:lvl7pPr marL="3200400" lvl="6" indent="-355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llota Text Light"/>
              <a:buChar char="●"/>
              <a:defRPr sz="2000">
                <a:solidFill>
                  <a:schemeClr val="dk1"/>
                </a:solidFill>
                <a:latin typeface="Bellota Text Light"/>
                <a:ea typeface="Bellota Text Light"/>
                <a:cs typeface="Bellota Text Light"/>
                <a:sym typeface="Bellota Text Light"/>
              </a:defRPr>
            </a:lvl7pPr>
            <a:lvl8pPr marL="3657600" lvl="7" indent="-355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llota Text Light"/>
              <a:buChar char="○"/>
              <a:defRPr sz="2000">
                <a:solidFill>
                  <a:schemeClr val="dk1"/>
                </a:solidFill>
                <a:latin typeface="Bellota Text Light"/>
                <a:ea typeface="Bellota Text Light"/>
                <a:cs typeface="Bellota Text Light"/>
                <a:sym typeface="Bellota Text Light"/>
              </a:defRPr>
            </a:lvl8pPr>
            <a:lvl9pPr marL="4114800" lvl="8" indent="-355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llota Text Light"/>
              <a:buChar char="■"/>
              <a:defRPr sz="2000">
                <a:solidFill>
                  <a:schemeClr val="dk1"/>
                </a:solidFill>
                <a:latin typeface="Bellota Text Light"/>
                <a:ea typeface="Bellota Text Light"/>
                <a:cs typeface="Bellota Text Light"/>
                <a:sym typeface="Bellota Text L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buNone/>
              <a:defRPr sz="1300" b="1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1pPr>
            <a:lvl2pPr lvl="1" algn="ctr" rtl="0">
              <a:buNone/>
              <a:defRPr sz="1300" b="1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2pPr>
            <a:lvl3pPr lvl="2" algn="ctr" rtl="0">
              <a:buNone/>
              <a:defRPr sz="1300" b="1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3pPr>
            <a:lvl4pPr lvl="3" algn="ctr" rtl="0">
              <a:buNone/>
              <a:defRPr sz="1300" b="1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4pPr>
            <a:lvl5pPr lvl="4" algn="ctr" rtl="0">
              <a:buNone/>
              <a:defRPr sz="1300" b="1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5pPr>
            <a:lvl6pPr lvl="5" algn="ctr" rtl="0">
              <a:buNone/>
              <a:defRPr sz="1300" b="1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6pPr>
            <a:lvl7pPr lvl="6" algn="ctr" rtl="0">
              <a:buNone/>
              <a:defRPr sz="1300" b="1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7pPr>
            <a:lvl8pPr lvl="7" algn="ctr" rtl="0">
              <a:buNone/>
              <a:defRPr sz="1300" b="1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8pPr>
            <a:lvl9pPr lvl="8" algn="ctr" rtl="0">
              <a:buNone/>
              <a:defRPr sz="1300" b="1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3" r:id="rId2"/>
    <p:sldLayoutId id="2147483655" r:id="rId3"/>
    <p:sldLayoutId id="2147483656" r:id="rId4"/>
    <p:sldLayoutId id="2147483660" r:id="rId5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idoc.pub/documents/rangkuman-materi-dan-kumpulan-soal-bahasa-inggris-kelas-4-6-sd-8x4e61zmv8n3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2"/>
          <p:cNvSpPr txBox="1">
            <a:spLocks noGrp="1"/>
          </p:cNvSpPr>
          <p:nvPr>
            <p:ph type="ctrTitle"/>
          </p:nvPr>
        </p:nvSpPr>
        <p:spPr>
          <a:xfrm>
            <a:off x="1828800" y="1493525"/>
            <a:ext cx="5486400" cy="2156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 smtClean="0"/>
              <a:t>Bahasa</a:t>
            </a:r>
            <a:r>
              <a:rPr lang="en-US" dirty="0" smtClean="0"/>
              <a:t> </a:t>
            </a:r>
            <a:r>
              <a:rPr lang="en-US" dirty="0" err="1" smtClean="0"/>
              <a:t>Inggris</a:t>
            </a:r>
            <a:r>
              <a:rPr lang="en-US" dirty="0" smtClean="0"/>
              <a:t> </a:t>
            </a:r>
            <a:br>
              <a:rPr lang="en-US" dirty="0" smtClean="0"/>
            </a:br>
            <a:r>
              <a:rPr lang="en-US" dirty="0" smtClean="0"/>
              <a:t>SD </a:t>
            </a:r>
            <a:r>
              <a:rPr lang="en-US" dirty="0" err="1" smtClean="0"/>
              <a:t>Kelas</a:t>
            </a:r>
            <a:r>
              <a:rPr lang="en-US" dirty="0" smtClean="0"/>
              <a:t> 4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3"/>
          <p:cNvSpPr txBox="1">
            <a:spLocks noGrp="1"/>
          </p:cNvSpPr>
          <p:nvPr>
            <p:ph type="title"/>
          </p:nvPr>
        </p:nvSpPr>
        <p:spPr>
          <a:xfrm>
            <a:off x="1066800" y="1657350"/>
            <a:ext cx="7162800" cy="11430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 smtClean="0"/>
              <a:t>M1</a:t>
            </a:r>
            <a:br>
              <a:rPr lang="en-US" sz="3200" dirty="0" smtClean="0"/>
            </a:br>
            <a:r>
              <a:rPr lang="en-US" sz="3200" dirty="0" smtClean="0"/>
              <a:t>DIRECTIONS AND LOCATIONS</a:t>
            </a:r>
            <a:endParaRPr sz="3200" dirty="0"/>
          </a:p>
        </p:txBody>
      </p:sp>
      <p:sp>
        <p:nvSpPr>
          <p:cNvPr id="121" name="Google Shape;121;p23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3"/>
          <p:cNvSpPr txBox="1">
            <a:spLocks noGrp="1"/>
          </p:cNvSpPr>
          <p:nvPr>
            <p:ph type="title"/>
          </p:nvPr>
        </p:nvSpPr>
        <p:spPr>
          <a:xfrm>
            <a:off x="838200" y="285750"/>
            <a:ext cx="7162800" cy="4572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M1</a:t>
            </a:r>
            <a:endParaRPr dirty="0"/>
          </a:p>
        </p:txBody>
      </p:sp>
      <p:sp>
        <p:nvSpPr>
          <p:cNvPr id="119" name="Google Shape;119;p23"/>
          <p:cNvSpPr txBox="1">
            <a:spLocks noGrp="1"/>
          </p:cNvSpPr>
          <p:nvPr>
            <p:ph type="body" idx="1"/>
          </p:nvPr>
        </p:nvSpPr>
        <p:spPr>
          <a:xfrm>
            <a:off x="762000" y="895350"/>
            <a:ext cx="7467600" cy="3276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>
              <a:buClr>
                <a:schemeClr val="dk1"/>
              </a:buClr>
              <a:buSzPts val="1100"/>
              <a:buNone/>
            </a:pPr>
            <a:r>
              <a:rPr lang="en" sz="1200" b="1" dirty="0" smtClean="0"/>
              <a:t>DIRECTIONS AND LOATIONS</a:t>
            </a:r>
            <a:endParaRPr lang="en" sz="1200" b="1" dirty="0"/>
          </a:p>
          <a:p>
            <a:pPr marL="0" lvl="0" indent="0" algn="just">
              <a:buClr>
                <a:schemeClr val="dk1"/>
              </a:buClr>
              <a:buSzPts val="1100"/>
              <a:buNone/>
            </a:pPr>
            <a:endParaRPr lang="en" sz="1200" b="1" dirty="0" smtClean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b="1" dirty="0" smtClean="0"/>
              <a:t>Keterangan dari gambar kompas disamping:</a:t>
            </a:r>
          </a:p>
          <a:p>
            <a:pPr marL="228600" lvl="0" indent="-22860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en" sz="1100" b="1" dirty="0" smtClean="0"/>
              <a:t>E = East = timur</a:t>
            </a:r>
          </a:p>
          <a:p>
            <a:pPr marL="228600" lvl="0" indent="-22860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en" sz="1100" b="1" dirty="0" smtClean="0"/>
              <a:t>SE = South East = tenggara</a:t>
            </a:r>
          </a:p>
          <a:p>
            <a:pPr marL="228600" lvl="0" indent="-22860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en" sz="1100" b="1" dirty="0" smtClean="0"/>
              <a:t>S = south = selatan</a:t>
            </a:r>
          </a:p>
          <a:p>
            <a:pPr marL="228600" lvl="0" indent="-22860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en" sz="1100" b="1" dirty="0" smtClean="0"/>
              <a:t>SW = south west = barat data</a:t>
            </a:r>
          </a:p>
          <a:p>
            <a:pPr marL="228600" lvl="0" indent="-22860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en" sz="1100" b="1" dirty="0" smtClean="0"/>
              <a:t>W = west = barat</a:t>
            </a:r>
          </a:p>
          <a:p>
            <a:pPr marL="228600" lvl="0" indent="-22860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en" sz="1100" b="1" dirty="0" smtClean="0"/>
              <a:t>NW = north west = barat laut</a:t>
            </a:r>
          </a:p>
          <a:p>
            <a:pPr marL="228600" lvl="0" indent="-22860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en" sz="1100" b="1" dirty="0" smtClean="0"/>
              <a:t>N = north = utaram</a:t>
            </a:r>
          </a:p>
          <a:p>
            <a:pPr marL="228600" lvl="0" indent="-22860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en" sz="1100" b="1" dirty="0" smtClean="0"/>
              <a:t>NE = north east = timur laut </a:t>
            </a:r>
            <a:endParaRPr lang="en" sz="1100" b="1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" sz="1100" dirty="0" smtClean="0"/>
          </a:p>
          <a:p>
            <a:pPr marL="171450" lvl="0" indent="-17145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Wingdings" pitchFamily="2" charset="2"/>
              <a:buChar char="Ø"/>
            </a:pPr>
            <a:endParaRPr lang="en" sz="1100" dirty="0" smtClean="0"/>
          </a:p>
        </p:txBody>
      </p:sp>
      <p:sp>
        <p:nvSpPr>
          <p:cNvPr id="121" name="Google Shape;121;p23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1438275"/>
            <a:ext cx="2362200" cy="2266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000769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3"/>
          <p:cNvSpPr txBox="1">
            <a:spLocks noGrp="1"/>
          </p:cNvSpPr>
          <p:nvPr>
            <p:ph type="title"/>
          </p:nvPr>
        </p:nvSpPr>
        <p:spPr>
          <a:xfrm>
            <a:off x="838200" y="285750"/>
            <a:ext cx="7162800" cy="4572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M1</a:t>
            </a:r>
            <a:endParaRPr dirty="0"/>
          </a:p>
        </p:txBody>
      </p:sp>
      <p:sp>
        <p:nvSpPr>
          <p:cNvPr id="119" name="Google Shape;119;p23"/>
          <p:cNvSpPr txBox="1">
            <a:spLocks noGrp="1"/>
          </p:cNvSpPr>
          <p:nvPr>
            <p:ph type="body" idx="1"/>
          </p:nvPr>
        </p:nvSpPr>
        <p:spPr>
          <a:xfrm>
            <a:off x="762000" y="895350"/>
            <a:ext cx="7467600" cy="3276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>
              <a:buClr>
                <a:schemeClr val="dk1"/>
              </a:buClr>
              <a:buSzPts val="1100"/>
              <a:buNone/>
            </a:pPr>
            <a:r>
              <a:rPr lang="en" sz="1200" b="1" dirty="0" smtClean="0"/>
              <a:t>DIRECTIONS AND LOATIONS</a:t>
            </a:r>
            <a:endParaRPr lang="en" sz="1200" b="1" dirty="0"/>
          </a:p>
          <a:p>
            <a:pPr marL="0" lvl="0" indent="0" algn="just">
              <a:buClr>
                <a:schemeClr val="dk1"/>
              </a:buClr>
              <a:buSzPts val="1100"/>
              <a:buNone/>
            </a:pPr>
            <a:endParaRPr lang="en" sz="1200" b="1" dirty="0" smtClean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b="1" dirty="0" smtClean="0"/>
              <a:t>Untuk menemukan alamat lokasi biasanya menggunakan kosa kata berikut:</a:t>
            </a:r>
          </a:p>
          <a:p>
            <a:pPr marL="228600" lvl="0" indent="-22860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en-US" sz="1100" b="1" dirty="0" smtClean="0"/>
              <a:t>B</a:t>
            </a:r>
            <a:r>
              <a:rPr lang="en" sz="1100" b="1" dirty="0" smtClean="0"/>
              <a:t>eside = disamping</a:t>
            </a:r>
          </a:p>
          <a:p>
            <a:pPr marL="228600" lvl="0" indent="-22860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en-US" sz="1100" b="1" dirty="0" smtClean="0"/>
              <a:t>S</a:t>
            </a:r>
            <a:r>
              <a:rPr lang="en" sz="1100" b="1" dirty="0" smtClean="0"/>
              <a:t>traight = lurus </a:t>
            </a:r>
          </a:p>
          <a:p>
            <a:pPr marL="228600" lvl="0" indent="-22860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en-US" sz="1100" b="1" dirty="0" smtClean="0"/>
              <a:t>T</a:t>
            </a:r>
            <a:r>
              <a:rPr lang="en" sz="1100" b="1" dirty="0" smtClean="0"/>
              <a:t>urn right = belok kanan</a:t>
            </a:r>
          </a:p>
          <a:p>
            <a:pPr marL="228600" lvl="0" indent="-22860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en-US" sz="1100" b="1" dirty="0" smtClean="0"/>
              <a:t>T</a:t>
            </a:r>
            <a:r>
              <a:rPr lang="en" sz="1100" b="1" dirty="0" smtClean="0"/>
              <a:t>urn left = belok kiri</a:t>
            </a:r>
          </a:p>
          <a:p>
            <a:pPr marL="228600" lvl="0" indent="-22860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en-US" sz="1100" b="1" dirty="0" smtClean="0"/>
              <a:t>C</a:t>
            </a:r>
            <a:r>
              <a:rPr lang="en" sz="1100" b="1" dirty="0" smtClean="0"/>
              <a:t>rossroad = perempatan</a:t>
            </a:r>
          </a:p>
          <a:p>
            <a:pPr marL="228600" lvl="0" indent="-22860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en" sz="1100" b="1" dirty="0" smtClean="0"/>
              <a:t>T-junction = pertigaan</a:t>
            </a:r>
          </a:p>
          <a:p>
            <a:pPr marL="228600" lvl="0" indent="-22860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en-US" sz="1100" b="1" dirty="0" smtClean="0"/>
              <a:t>A</a:t>
            </a:r>
            <a:r>
              <a:rPr lang="en" sz="1100" b="1" dirty="0" smtClean="0"/>
              <a:t>cross form = bersebrangan denga</a:t>
            </a:r>
          </a:p>
          <a:p>
            <a:pPr marL="228600" lvl="0" indent="-22860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en-US" sz="1100" b="1" dirty="0" smtClean="0"/>
              <a:t>B</a:t>
            </a:r>
            <a:r>
              <a:rPr lang="en" sz="1100" b="1" dirty="0" smtClean="0"/>
              <a:t>etween = diantara</a:t>
            </a:r>
          </a:p>
          <a:p>
            <a:pPr marL="228600" lvl="0" indent="-22860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en-US" sz="1100" b="1" dirty="0" smtClean="0"/>
              <a:t>S</a:t>
            </a:r>
            <a:r>
              <a:rPr lang="en" sz="1100" b="1" dirty="0" smtClean="0"/>
              <a:t>treet = jalan </a:t>
            </a:r>
            <a:endParaRPr lang="en" sz="1100" b="1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" sz="1100" dirty="0" smtClean="0"/>
          </a:p>
          <a:p>
            <a:pPr marL="171450" lvl="0" indent="-17145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Wingdings" pitchFamily="2" charset="2"/>
              <a:buChar char="Ø"/>
            </a:pPr>
            <a:endParaRPr lang="en" sz="1100" dirty="0" smtClean="0"/>
          </a:p>
        </p:txBody>
      </p:sp>
      <p:sp>
        <p:nvSpPr>
          <p:cNvPr id="121" name="Google Shape;121;p23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255521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3"/>
          <p:cNvSpPr txBox="1">
            <a:spLocks noGrp="1"/>
          </p:cNvSpPr>
          <p:nvPr>
            <p:ph type="title"/>
          </p:nvPr>
        </p:nvSpPr>
        <p:spPr>
          <a:xfrm>
            <a:off x="1066800" y="1657350"/>
            <a:ext cx="7162800" cy="11430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 smtClean="0"/>
              <a:t>M2</a:t>
            </a:r>
            <a:br>
              <a:rPr lang="en-US" sz="3200" dirty="0" smtClean="0"/>
            </a:br>
            <a:r>
              <a:rPr lang="en-US" sz="3200" dirty="0" smtClean="0"/>
              <a:t>OWNERSHIP (KEPEMILIKAN)</a:t>
            </a:r>
            <a:endParaRPr sz="3200" dirty="0"/>
          </a:p>
        </p:txBody>
      </p:sp>
      <p:sp>
        <p:nvSpPr>
          <p:cNvPr id="121" name="Google Shape;121;p23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29284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3"/>
          <p:cNvSpPr txBox="1">
            <a:spLocks noGrp="1"/>
          </p:cNvSpPr>
          <p:nvPr>
            <p:ph type="title"/>
          </p:nvPr>
        </p:nvSpPr>
        <p:spPr>
          <a:xfrm>
            <a:off x="838200" y="285750"/>
            <a:ext cx="7162800" cy="4572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M2</a:t>
            </a:r>
            <a:endParaRPr dirty="0"/>
          </a:p>
        </p:txBody>
      </p:sp>
      <p:sp>
        <p:nvSpPr>
          <p:cNvPr id="119" name="Google Shape;119;p23"/>
          <p:cNvSpPr txBox="1">
            <a:spLocks noGrp="1"/>
          </p:cNvSpPr>
          <p:nvPr>
            <p:ph type="body" idx="1"/>
          </p:nvPr>
        </p:nvSpPr>
        <p:spPr>
          <a:xfrm>
            <a:off x="762000" y="895350"/>
            <a:ext cx="7467600" cy="3276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>
              <a:buClr>
                <a:schemeClr val="dk1"/>
              </a:buClr>
              <a:buSzPts val="1100"/>
              <a:buNone/>
            </a:pPr>
            <a:r>
              <a:rPr lang="en" sz="1200" b="1" dirty="0" smtClean="0"/>
              <a:t>OWNERSHIP (KEPEMILIKAN)</a:t>
            </a:r>
            <a:endParaRPr lang="en" sz="1200" b="1" dirty="0"/>
          </a:p>
          <a:p>
            <a:pPr marL="0" lvl="0" indent="0" algn="just">
              <a:buClr>
                <a:schemeClr val="dk1"/>
              </a:buClr>
              <a:buSzPts val="1100"/>
              <a:buNone/>
            </a:pPr>
            <a:endParaRPr lang="en" sz="1200" b="1" dirty="0" smtClean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endParaRPr lang="en" sz="1100" b="1" dirty="0" smtClean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" sz="1100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" sz="1100" dirty="0" smtClean="0"/>
          </a:p>
          <a:p>
            <a:pPr marL="171450" lvl="0" indent="-17145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Wingdings" pitchFamily="2" charset="2"/>
              <a:buChar char="Ø"/>
            </a:pPr>
            <a:endParaRPr lang="en" sz="1100" dirty="0" smtClean="0"/>
          </a:p>
        </p:txBody>
      </p:sp>
      <p:sp>
        <p:nvSpPr>
          <p:cNvPr id="121" name="Google Shape;121;p23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0813" y="1352550"/>
            <a:ext cx="3762375" cy="2781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046988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3"/>
          <p:cNvSpPr txBox="1">
            <a:spLocks noGrp="1"/>
          </p:cNvSpPr>
          <p:nvPr>
            <p:ph type="title"/>
          </p:nvPr>
        </p:nvSpPr>
        <p:spPr>
          <a:xfrm>
            <a:off x="838200" y="285750"/>
            <a:ext cx="7162800" cy="4572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M2</a:t>
            </a:r>
            <a:endParaRPr dirty="0"/>
          </a:p>
        </p:txBody>
      </p:sp>
      <p:sp>
        <p:nvSpPr>
          <p:cNvPr id="119" name="Google Shape;119;p23"/>
          <p:cNvSpPr txBox="1">
            <a:spLocks noGrp="1"/>
          </p:cNvSpPr>
          <p:nvPr>
            <p:ph type="body" idx="1"/>
          </p:nvPr>
        </p:nvSpPr>
        <p:spPr>
          <a:xfrm>
            <a:off x="762000" y="895350"/>
            <a:ext cx="7467600" cy="3505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>
              <a:buClr>
                <a:schemeClr val="dk1"/>
              </a:buClr>
              <a:buSzPts val="1100"/>
              <a:buNone/>
            </a:pPr>
            <a:r>
              <a:rPr lang="en" sz="1200" b="1" dirty="0" smtClean="0"/>
              <a:t>OWNERSHIP (KEPEMILIKAN)</a:t>
            </a:r>
            <a:endParaRPr lang="en" sz="1200" b="1" dirty="0"/>
          </a:p>
          <a:p>
            <a:pPr marL="0" lvl="0" indent="0" algn="just">
              <a:buClr>
                <a:schemeClr val="dk1"/>
              </a:buClr>
              <a:buSzPts val="1100"/>
              <a:buNone/>
            </a:pPr>
            <a:endParaRPr lang="en" sz="1200" b="1" dirty="0" smtClean="0"/>
          </a:p>
          <a:p>
            <a:pPr marL="101600" indent="0" fontAlgn="base">
              <a:buNone/>
            </a:pPr>
            <a:r>
              <a:rPr lang="en-US" sz="1100" b="1" dirty="0" err="1"/>
              <a:t>Contoh</a:t>
            </a:r>
            <a:r>
              <a:rPr lang="en-US" sz="1100" b="1" dirty="0"/>
              <a:t> </a:t>
            </a:r>
            <a:r>
              <a:rPr lang="en-US" sz="1100" b="1" dirty="0" err="1"/>
              <a:t>Kalimat</a:t>
            </a:r>
            <a:r>
              <a:rPr lang="en-US" sz="1100" b="1" dirty="0"/>
              <a:t>.</a:t>
            </a:r>
          </a:p>
          <a:p>
            <a:pPr marL="101600" indent="0" fontAlgn="base">
              <a:buNone/>
            </a:pPr>
            <a:r>
              <a:rPr lang="en-US" sz="1100" b="1" dirty="0"/>
              <a:t>1. </a:t>
            </a:r>
            <a:r>
              <a:rPr lang="en-US" sz="1100" b="1" dirty="0" err="1"/>
              <a:t>Ananda</a:t>
            </a:r>
            <a:r>
              <a:rPr lang="en-US" sz="1100" b="1" dirty="0"/>
              <a:t> has a doll. (</a:t>
            </a:r>
            <a:r>
              <a:rPr lang="en-US" sz="1100" b="1" dirty="0" err="1"/>
              <a:t>Saya</a:t>
            </a:r>
            <a:r>
              <a:rPr lang="en-US" sz="1100" b="1" dirty="0"/>
              <a:t> </a:t>
            </a:r>
            <a:r>
              <a:rPr lang="en-US" sz="1100" b="1" dirty="0" err="1"/>
              <a:t>mempunyai</a:t>
            </a:r>
            <a:r>
              <a:rPr lang="en-US" sz="1100" b="1" dirty="0"/>
              <a:t> </a:t>
            </a:r>
            <a:r>
              <a:rPr lang="en-US" sz="1100" b="1" dirty="0" err="1"/>
              <a:t>sebuah</a:t>
            </a:r>
            <a:r>
              <a:rPr lang="en-US" sz="1100" b="1" dirty="0"/>
              <a:t> </a:t>
            </a:r>
            <a:r>
              <a:rPr lang="en-US" sz="1100" b="1" dirty="0" err="1"/>
              <a:t>boneka</a:t>
            </a:r>
            <a:r>
              <a:rPr lang="en-US" sz="1100" b="1" dirty="0"/>
              <a:t>.)</a:t>
            </a:r>
          </a:p>
          <a:p>
            <a:pPr marL="101600" indent="0" fontAlgn="base">
              <a:buNone/>
            </a:pPr>
            <a:r>
              <a:rPr lang="en-US" sz="1100" b="1" dirty="0"/>
              <a:t>  </a:t>
            </a:r>
            <a:r>
              <a:rPr lang="en-US" sz="1100" b="1" dirty="0" err="1"/>
              <a:t>dari</a:t>
            </a:r>
            <a:r>
              <a:rPr lang="en-US" sz="1100" b="1" dirty="0"/>
              <a:t> </a:t>
            </a:r>
            <a:r>
              <a:rPr lang="en-US" sz="1100" b="1" dirty="0" err="1"/>
              <a:t>kalimat</a:t>
            </a:r>
            <a:r>
              <a:rPr lang="en-US" sz="1100" b="1" dirty="0"/>
              <a:t> di </a:t>
            </a:r>
            <a:r>
              <a:rPr lang="en-US" sz="1100" b="1" dirty="0" err="1"/>
              <a:t>atas</a:t>
            </a:r>
            <a:r>
              <a:rPr lang="en-US" sz="1100" b="1" dirty="0"/>
              <a:t>, </a:t>
            </a:r>
            <a:r>
              <a:rPr lang="en-US" sz="1100" b="1" dirty="0" err="1"/>
              <a:t>jika</a:t>
            </a:r>
            <a:r>
              <a:rPr lang="en-US" sz="1100" b="1" dirty="0"/>
              <a:t> </a:t>
            </a:r>
            <a:r>
              <a:rPr lang="en-US" sz="1100" b="1" dirty="0" err="1"/>
              <a:t>kita</a:t>
            </a:r>
            <a:r>
              <a:rPr lang="en-US" sz="1100" b="1" dirty="0"/>
              <a:t> </a:t>
            </a:r>
            <a:r>
              <a:rPr lang="en-US" sz="1100" b="1" dirty="0" err="1"/>
              <a:t>rubah</a:t>
            </a:r>
            <a:r>
              <a:rPr lang="en-US" sz="1100" b="1" dirty="0"/>
              <a:t> </a:t>
            </a:r>
            <a:r>
              <a:rPr lang="en-US" sz="1100" b="1" dirty="0" err="1"/>
              <a:t>menggunakan</a:t>
            </a:r>
            <a:r>
              <a:rPr lang="en-US" sz="1100" b="1" dirty="0"/>
              <a:t> </a:t>
            </a:r>
            <a:r>
              <a:rPr lang="en-US" sz="1100" b="1" dirty="0" err="1"/>
              <a:t>pola</a:t>
            </a:r>
            <a:r>
              <a:rPr lang="en-US" sz="1100" b="1" dirty="0"/>
              <a:t> </a:t>
            </a:r>
            <a:r>
              <a:rPr lang="en-US" sz="1100" b="1" dirty="0" err="1"/>
              <a:t>possesive</a:t>
            </a:r>
            <a:r>
              <a:rPr lang="en-US" sz="1100" b="1" dirty="0"/>
              <a:t> adjective, </a:t>
            </a:r>
            <a:r>
              <a:rPr lang="en-US" sz="1100" b="1" dirty="0" err="1"/>
              <a:t>maka</a:t>
            </a:r>
            <a:r>
              <a:rPr lang="en-US" sz="1100" b="1" dirty="0" smtClean="0"/>
              <a:t>:</a:t>
            </a:r>
          </a:p>
          <a:p>
            <a:pPr marL="101600" indent="0" fontAlgn="base">
              <a:buNone/>
            </a:pPr>
            <a:r>
              <a:rPr lang="en-US" sz="1100" b="1" dirty="0" smtClean="0"/>
              <a:t> </a:t>
            </a:r>
            <a:r>
              <a:rPr lang="en-US" sz="1100" b="1" dirty="0"/>
              <a:t>- The doll is hers. (</a:t>
            </a:r>
            <a:r>
              <a:rPr lang="en-US" sz="1100" b="1" dirty="0" err="1"/>
              <a:t>Boneka</a:t>
            </a:r>
            <a:r>
              <a:rPr lang="en-US" sz="1100" b="1" dirty="0"/>
              <a:t> </a:t>
            </a:r>
            <a:r>
              <a:rPr lang="en-US" sz="1100" b="1" dirty="0" err="1"/>
              <a:t>itu</a:t>
            </a:r>
            <a:r>
              <a:rPr lang="en-US" sz="1100" b="1" dirty="0"/>
              <a:t> </a:t>
            </a:r>
            <a:r>
              <a:rPr lang="en-US" sz="1100" b="1" dirty="0" err="1"/>
              <a:t>milik</a:t>
            </a:r>
            <a:r>
              <a:rPr lang="en-US" sz="1100" b="1" dirty="0"/>
              <a:t> dia</a:t>
            </a:r>
            <a:r>
              <a:rPr lang="en-US" sz="1100" b="1" dirty="0" smtClean="0"/>
              <a:t>.)</a:t>
            </a:r>
          </a:p>
          <a:p>
            <a:pPr marL="101600" indent="0" fontAlgn="base">
              <a:buNone/>
            </a:pPr>
            <a:r>
              <a:rPr lang="en-US" sz="1100" b="1" dirty="0"/>
              <a:t>  - The doll belongs to her. (</a:t>
            </a:r>
            <a:r>
              <a:rPr lang="en-US" sz="1100" b="1" dirty="0" err="1"/>
              <a:t>Boneka</a:t>
            </a:r>
            <a:r>
              <a:rPr lang="en-US" sz="1100" b="1" dirty="0"/>
              <a:t> </a:t>
            </a:r>
            <a:r>
              <a:rPr lang="en-US" sz="1100" b="1" dirty="0" err="1"/>
              <a:t>itu</a:t>
            </a:r>
            <a:r>
              <a:rPr lang="en-US" sz="1100" b="1" dirty="0"/>
              <a:t> </a:t>
            </a:r>
            <a:r>
              <a:rPr lang="en-US" sz="1100" b="1" dirty="0" err="1"/>
              <a:t>milik</a:t>
            </a:r>
            <a:r>
              <a:rPr lang="en-US" sz="1100" b="1" dirty="0"/>
              <a:t> dia.)</a:t>
            </a:r>
          </a:p>
          <a:p>
            <a:pPr marL="101600" indent="0" fontAlgn="base">
              <a:buNone/>
            </a:pPr>
            <a:r>
              <a:rPr lang="en-US" sz="1100" b="1" dirty="0"/>
              <a:t/>
            </a:r>
            <a:br>
              <a:rPr lang="en-US" sz="1100" b="1" dirty="0"/>
            </a:br>
            <a:r>
              <a:rPr lang="en-US" sz="1100" b="1" dirty="0" smtClean="0"/>
              <a:t>2</a:t>
            </a:r>
            <a:r>
              <a:rPr lang="en-US" sz="1100" b="1" dirty="0"/>
              <a:t>. I have a bag. (</a:t>
            </a:r>
            <a:r>
              <a:rPr lang="en-US" sz="1100" b="1" dirty="0" err="1"/>
              <a:t>Saya</a:t>
            </a:r>
            <a:r>
              <a:rPr lang="en-US" sz="1100" b="1" dirty="0"/>
              <a:t> </a:t>
            </a:r>
            <a:r>
              <a:rPr lang="en-US" sz="1100" b="1" dirty="0" err="1"/>
              <a:t>mempunyai</a:t>
            </a:r>
            <a:r>
              <a:rPr lang="en-US" sz="1100" b="1" dirty="0"/>
              <a:t> </a:t>
            </a:r>
            <a:r>
              <a:rPr lang="en-US" sz="1100" b="1" dirty="0" err="1"/>
              <a:t>tas.</a:t>
            </a:r>
            <a:r>
              <a:rPr lang="en-US" sz="1100" b="1" dirty="0"/>
              <a:t>)</a:t>
            </a:r>
          </a:p>
          <a:p>
            <a:pPr marL="101600" indent="0" fontAlgn="base">
              <a:buNone/>
            </a:pPr>
            <a:r>
              <a:rPr lang="en-US" sz="1100" b="1" dirty="0" smtClean="0"/>
              <a:t> </a:t>
            </a:r>
            <a:r>
              <a:rPr lang="en-US" sz="1100" b="1" dirty="0" err="1"/>
              <a:t>dari</a:t>
            </a:r>
            <a:r>
              <a:rPr lang="en-US" sz="1100" b="1" dirty="0"/>
              <a:t> </a:t>
            </a:r>
            <a:r>
              <a:rPr lang="en-US" sz="1100" b="1" dirty="0" err="1"/>
              <a:t>kalimat</a:t>
            </a:r>
            <a:r>
              <a:rPr lang="en-US" sz="1100" b="1" dirty="0"/>
              <a:t> di </a:t>
            </a:r>
            <a:r>
              <a:rPr lang="en-US" sz="1100" b="1" dirty="0" err="1"/>
              <a:t>atas</a:t>
            </a:r>
            <a:r>
              <a:rPr lang="en-US" sz="1100" b="1" dirty="0"/>
              <a:t>, </a:t>
            </a:r>
            <a:r>
              <a:rPr lang="en-US" sz="1100" b="1" dirty="0" err="1"/>
              <a:t>jika</a:t>
            </a:r>
            <a:r>
              <a:rPr lang="en-US" sz="1100" b="1" dirty="0"/>
              <a:t> </a:t>
            </a:r>
            <a:r>
              <a:rPr lang="en-US" sz="1100" b="1" dirty="0" err="1"/>
              <a:t>dirubah</a:t>
            </a:r>
            <a:r>
              <a:rPr lang="en-US" sz="1100" b="1" dirty="0"/>
              <a:t> </a:t>
            </a:r>
            <a:r>
              <a:rPr lang="en-US" sz="1100" b="1" dirty="0" err="1"/>
              <a:t>maka</a:t>
            </a:r>
            <a:r>
              <a:rPr lang="en-US" sz="1100" b="1" dirty="0"/>
              <a:t>:</a:t>
            </a:r>
          </a:p>
          <a:p>
            <a:pPr marL="101600" indent="0" fontAlgn="base">
              <a:buNone/>
            </a:pPr>
            <a:r>
              <a:rPr lang="en-US" sz="1100" b="1" dirty="0" smtClean="0"/>
              <a:t> </a:t>
            </a:r>
            <a:r>
              <a:rPr lang="en-US" sz="1100" b="1" dirty="0"/>
              <a:t>- The bag is mine. (</a:t>
            </a:r>
            <a:r>
              <a:rPr lang="en-US" sz="1100" b="1" dirty="0" err="1"/>
              <a:t>Tas</a:t>
            </a:r>
            <a:r>
              <a:rPr lang="en-US" sz="1100" b="1" dirty="0"/>
              <a:t> </a:t>
            </a:r>
            <a:r>
              <a:rPr lang="en-US" sz="1100" b="1" dirty="0" err="1"/>
              <a:t>itu</a:t>
            </a:r>
            <a:r>
              <a:rPr lang="en-US" sz="1100" b="1" dirty="0"/>
              <a:t> </a:t>
            </a:r>
            <a:r>
              <a:rPr lang="en-US" sz="1100" b="1" dirty="0" err="1"/>
              <a:t>milik</a:t>
            </a:r>
            <a:r>
              <a:rPr lang="en-US" sz="1100" b="1" dirty="0"/>
              <a:t> </a:t>
            </a:r>
            <a:r>
              <a:rPr lang="en-US" sz="1100" b="1" dirty="0" err="1"/>
              <a:t>saya</a:t>
            </a:r>
            <a:r>
              <a:rPr lang="en-US" sz="1100" b="1" dirty="0"/>
              <a:t>.)</a:t>
            </a:r>
          </a:p>
          <a:p>
            <a:pPr marL="101600" indent="0" fontAlgn="base">
              <a:buNone/>
            </a:pPr>
            <a:r>
              <a:rPr lang="en-US" sz="1100" b="1" dirty="0" smtClean="0"/>
              <a:t> </a:t>
            </a:r>
            <a:r>
              <a:rPr lang="en-US" sz="1100" b="1" dirty="0"/>
              <a:t>- The bag belongs to me. (</a:t>
            </a:r>
            <a:r>
              <a:rPr lang="en-US" sz="1100" b="1" dirty="0" err="1"/>
              <a:t>Tas</a:t>
            </a:r>
            <a:r>
              <a:rPr lang="en-US" sz="1100" b="1" dirty="0"/>
              <a:t> </a:t>
            </a:r>
            <a:r>
              <a:rPr lang="en-US" sz="1100" b="1" dirty="0" err="1"/>
              <a:t>itu</a:t>
            </a:r>
            <a:r>
              <a:rPr lang="en-US" sz="1100" b="1" dirty="0"/>
              <a:t> </a:t>
            </a:r>
            <a:r>
              <a:rPr lang="en-US" sz="1100" b="1" dirty="0" err="1"/>
              <a:t>punya</a:t>
            </a:r>
            <a:r>
              <a:rPr lang="en-US" sz="1100" b="1" dirty="0"/>
              <a:t> </a:t>
            </a:r>
            <a:r>
              <a:rPr lang="en-US" sz="1100" b="1" dirty="0" err="1"/>
              <a:t>saya</a:t>
            </a:r>
            <a:r>
              <a:rPr lang="en-US" sz="1100" b="1" dirty="0"/>
              <a:t>.)</a:t>
            </a:r>
          </a:p>
          <a:p>
            <a:pPr marL="101600" indent="0" fontAlgn="base">
              <a:buNone/>
            </a:pPr>
            <a:r>
              <a:rPr lang="en-US" sz="1100" dirty="0"/>
              <a:t/>
            </a:r>
            <a:br>
              <a:rPr lang="en-US" sz="1100" dirty="0"/>
            </a:br>
            <a:endParaRPr lang="en-US" sz="1100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endParaRPr lang="en" sz="1100" b="1" dirty="0" smtClean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" sz="1100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" sz="1100" dirty="0" smtClean="0"/>
          </a:p>
          <a:p>
            <a:pPr marL="171450" lvl="0" indent="-17145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Wingdings" pitchFamily="2" charset="2"/>
              <a:buChar char="Ø"/>
            </a:pPr>
            <a:endParaRPr lang="en" sz="1100" dirty="0" smtClean="0"/>
          </a:p>
        </p:txBody>
      </p:sp>
      <p:sp>
        <p:nvSpPr>
          <p:cNvPr id="121" name="Google Shape;121;p23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237530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3"/>
          <p:cNvSpPr txBox="1">
            <a:spLocks noGrp="1"/>
          </p:cNvSpPr>
          <p:nvPr>
            <p:ph type="title"/>
          </p:nvPr>
        </p:nvSpPr>
        <p:spPr>
          <a:xfrm>
            <a:off x="1066800" y="1657350"/>
            <a:ext cx="7162800" cy="11430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 smtClean="0"/>
              <a:t>M3</a:t>
            </a:r>
            <a:br>
              <a:rPr lang="en-US" sz="3200" dirty="0" smtClean="0"/>
            </a:br>
            <a:r>
              <a:rPr lang="en-US" sz="3200" dirty="0" smtClean="0"/>
              <a:t>GOVERNMENT</a:t>
            </a:r>
            <a:endParaRPr sz="3200" dirty="0"/>
          </a:p>
        </p:txBody>
      </p:sp>
      <p:sp>
        <p:nvSpPr>
          <p:cNvPr id="121" name="Google Shape;121;p23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728904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3"/>
          <p:cNvSpPr txBox="1">
            <a:spLocks noGrp="1"/>
          </p:cNvSpPr>
          <p:nvPr>
            <p:ph type="title"/>
          </p:nvPr>
        </p:nvSpPr>
        <p:spPr>
          <a:xfrm>
            <a:off x="838200" y="285750"/>
            <a:ext cx="7162800" cy="4572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M3</a:t>
            </a:r>
            <a:endParaRPr dirty="0"/>
          </a:p>
        </p:txBody>
      </p:sp>
      <p:sp>
        <p:nvSpPr>
          <p:cNvPr id="119" name="Google Shape;119;p23"/>
          <p:cNvSpPr txBox="1">
            <a:spLocks noGrp="1"/>
          </p:cNvSpPr>
          <p:nvPr>
            <p:ph type="body" idx="1"/>
          </p:nvPr>
        </p:nvSpPr>
        <p:spPr>
          <a:xfrm>
            <a:off x="762000" y="895350"/>
            <a:ext cx="7467600" cy="3276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>
              <a:buClr>
                <a:schemeClr val="dk1"/>
              </a:buClr>
              <a:buSzPts val="1100"/>
              <a:buNone/>
            </a:pPr>
            <a:r>
              <a:rPr lang="en" sz="1200" b="1" dirty="0" smtClean="0"/>
              <a:t>GOVERNMENT</a:t>
            </a:r>
            <a:endParaRPr lang="en" sz="1200" b="1" dirty="0"/>
          </a:p>
          <a:p>
            <a:pPr marL="0" lvl="0" indent="0" algn="just">
              <a:buClr>
                <a:schemeClr val="dk1"/>
              </a:buClr>
              <a:buSzPts val="1100"/>
              <a:buNone/>
            </a:pPr>
            <a:endParaRPr lang="en" sz="1200" b="1" dirty="0" smtClean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100" b="1" dirty="0" smtClean="0"/>
              <a:t>Kosakata :</a:t>
            </a:r>
          </a:p>
          <a:p>
            <a:pPr marL="101600" indent="0" fontAlgn="base">
              <a:buNone/>
            </a:pPr>
            <a:r>
              <a:rPr lang="en-US" sz="1100" b="1" dirty="0"/>
              <a:t>President : </a:t>
            </a:r>
            <a:r>
              <a:rPr lang="en-US" sz="1100" b="1" dirty="0" err="1" smtClean="0"/>
              <a:t>Presiden</a:t>
            </a:r>
            <a:r>
              <a:rPr lang="en-US" sz="1100" b="1" dirty="0" smtClean="0"/>
              <a:t>			</a:t>
            </a:r>
          </a:p>
          <a:p>
            <a:pPr marL="101600" indent="0" fontAlgn="base">
              <a:buNone/>
            </a:pPr>
            <a:r>
              <a:rPr lang="en-US" sz="1100" b="1" dirty="0" smtClean="0"/>
              <a:t>King </a:t>
            </a:r>
            <a:r>
              <a:rPr lang="en-US" sz="1100" b="1" dirty="0"/>
              <a:t>: Raja</a:t>
            </a:r>
            <a:br>
              <a:rPr lang="en-US" sz="1100" b="1" dirty="0"/>
            </a:br>
            <a:r>
              <a:rPr lang="en-US" sz="1100" b="1" dirty="0"/>
              <a:t>Prince : </a:t>
            </a:r>
            <a:r>
              <a:rPr lang="en-US" sz="1100" b="1" dirty="0" err="1"/>
              <a:t>Pangeran</a:t>
            </a:r>
            <a:endParaRPr lang="en-US" sz="1100" b="1" dirty="0"/>
          </a:p>
          <a:p>
            <a:pPr marL="101600" indent="0" fontAlgn="base">
              <a:buNone/>
            </a:pPr>
            <a:r>
              <a:rPr lang="en-US" sz="1100" b="1" dirty="0"/>
              <a:t>Emperor : </a:t>
            </a:r>
            <a:r>
              <a:rPr lang="en-US" sz="1100" b="1" dirty="0" err="1"/>
              <a:t>Kaisar</a:t>
            </a:r>
            <a:endParaRPr lang="en-US" sz="1100" b="1" dirty="0"/>
          </a:p>
          <a:p>
            <a:pPr marL="101600" indent="0" fontAlgn="base">
              <a:buNone/>
            </a:pPr>
            <a:r>
              <a:rPr lang="en-US" sz="1100" b="1" dirty="0"/>
              <a:t>Kingdom : </a:t>
            </a:r>
            <a:r>
              <a:rPr lang="en-US" sz="1100" b="1" dirty="0" err="1"/>
              <a:t>Kerajaan</a:t>
            </a:r>
            <a:endParaRPr lang="en-US" sz="1100" b="1" dirty="0"/>
          </a:p>
          <a:p>
            <a:pPr marL="101600" indent="0" fontAlgn="base">
              <a:buNone/>
            </a:pPr>
            <a:r>
              <a:rPr lang="en-US" sz="1100" b="1" dirty="0"/>
              <a:t>Queen : </a:t>
            </a:r>
            <a:r>
              <a:rPr lang="en-US" sz="1100" b="1" dirty="0" err="1"/>
              <a:t>Ratu</a:t>
            </a:r>
            <a:r>
              <a:rPr lang="en-US" sz="1100" b="1" dirty="0"/>
              <a:t/>
            </a:r>
            <a:br>
              <a:rPr lang="en-US" sz="1100" b="1" dirty="0"/>
            </a:br>
            <a:r>
              <a:rPr lang="en-US" sz="1100" b="1" dirty="0"/>
              <a:t>Governor : </a:t>
            </a:r>
            <a:r>
              <a:rPr lang="en-US" sz="1100" b="1" dirty="0" err="1"/>
              <a:t>Gubernur</a:t>
            </a:r>
            <a:r>
              <a:rPr lang="en-US" sz="1100" b="1" dirty="0"/>
              <a:t/>
            </a:r>
            <a:br>
              <a:rPr lang="en-US" sz="1100" b="1" dirty="0"/>
            </a:br>
            <a:r>
              <a:rPr lang="en-US" sz="1100" b="1" dirty="0"/>
              <a:t>Province : </a:t>
            </a:r>
            <a:r>
              <a:rPr lang="en-US" sz="1100" b="1" dirty="0" err="1"/>
              <a:t>Propinsi</a:t>
            </a:r>
            <a:r>
              <a:rPr lang="en-US" sz="1100" b="1" dirty="0"/>
              <a:t/>
            </a:r>
            <a:br>
              <a:rPr lang="en-US" sz="1100" b="1" dirty="0"/>
            </a:br>
            <a:r>
              <a:rPr lang="en-US" sz="1100" b="1" dirty="0"/>
              <a:t>District : </a:t>
            </a:r>
            <a:r>
              <a:rPr lang="en-US" sz="1100" b="1" dirty="0" err="1"/>
              <a:t>Kecamatan</a:t>
            </a:r>
            <a:r>
              <a:rPr lang="en-US" sz="1100" b="1" dirty="0"/>
              <a:t/>
            </a:r>
            <a:br>
              <a:rPr lang="en-US" sz="1100" b="1" dirty="0"/>
            </a:br>
            <a:r>
              <a:rPr lang="en-US" sz="1100" b="1" dirty="0"/>
              <a:t>Head of District : </a:t>
            </a:r>
            <a:r>
              <a:rPr lang="en-US" sz="1100" b="1" dirty="0" err="1"/>
              <a:t>Camat</a:t>
            </a:r>
            <a:r>
              <a:rPr lang="en-US" sz="1100" b="1" dirty="0"/>
              <a:t/>
            </a:r>
            <a:br>
              <a:rPr lang="en-US" sz="1100" b="1" dirty="0"/>
            </a:br>
            <a:r>
              <a:rPr lang="en-US" sz="1100" b="1" dirty="0"/>
              <a:t>Regent : </a:t>
            </a:r>
            <a:r>
              <a:rPr lang="en-US" sz="1100" b="1" dirty="0" err="1"/>
              <a:t>Bupat</a:t>
            </a:r>
            <a:endParaRPr lang="en-US" sz="1100" b="1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endParaRPr lang="en" sz="1100" b="1" dirty="0" smtClean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" sz="1100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" sz="1100" dirty="0" smtClean="0"/>
          </a:p>
          <a:p>
            <a:pPr marL="171450" lvl="0" indent="-17145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Wingdings" pitchFamily="2" charset="2"/>
              <a:buChar char="Ø"/>
            </a:pPr>
            <a:endParaRPr lang="en" sz="1100" dirty="0" smtClean="0"/>
          </a:p>
        </p:txBody>
      </p:sp>
      <p:sp>
        <p:nvSpPr>
          <p:cNvPr id="121" name="Google Shape;121;p23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893829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3"/>
          <p:cNvSpPr txBox="1">
            <a:spLocks noGrp="1"/>
          </p:cNvSpPr>
          <p:nvPr>
            <p:ph type="title"/>
          </p:nvPr>
        </p:nvSpPr>
        <p:spPr>
          <a:xfrm>
            <a:off x="838200" y="285750"/>
            <a:ext cx="7162800" cy="4572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M3</a:t>
            </a:r>
            <a:endParaRPr dirty="0"/>
          </a:p>
        </p:txBody>
      </p:sp>
      <p:sp>
        <p:nvSpPr>
          <p:cNvPr id="119" name="Google Shape;119;p23"/>
          <p:cNvSpPr txBox="1">
            <a:spLocks noGrp="1"/>
          </p:cNvSpPr>
          <p:nvPr>
            <p:ph type="body" idx="1"/>
          </p:nvPr>
        </p:nvSpPr>
        <p:spPr>
          <a:xfrm>
            <a:off x="762000" y="819150"/>
            <a:ext cx="7467600" cy="3505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>
              <a:buClr>
                <a:schemeClr val="dk1"/>
              </a:buClr>
              <a:buSzPts val="1100"/>
              <a:buNone/>
            </a:pPr>
            <a:r>
              <a:rPr lang="en" sz="1200" b="1" dirty="0" smtClean="0"/>
              <a:t>GOVERNMENT</a:t>
            </a:r>
            <a:endParaRPr lang="en" sz="1200" b="1" dirty="0"/>
          </a:p>
          <a:p>
            <a:pPr marL="0" lvl="0" indent="0" algn="just">
              <a:buClr>
                <a:schemeClr val="dk1"/>
              </a:buClr>
              <a:buSzPts val="1100"/>
              <a:buNone/>
            </a:pPr>
            <a:endParaRPr lang="en" sz="1200" b="1" dirty="0" smtClean="0"/>
          </a:p>
          <a:p>
            <a:pPr fontAlgn="base"/>
            <a:r>
              <a:rPr lang="en-US" sz="1200" b="1" dirty="0" err="1"/>
              <a:t>Contoh</a:t>
            </a:r>
            <a:r>
              <a:rPr lang="en-US" sz="1200" b="1" dirty="0"/>
              <a:t> </a:t>
            </a:r>
            <a:r>
              <a:rPr lang="en-US" sz="1200" b="1" dirty="0" err="1"/>
              <a:t>Kalimat</a:t>
            </a:r>
            <a:r>
              <a:rPr lang="en-US" sz="1200" b="1" dirty="0"/>
              <a:t/>
            </a:r>
            <a:br>
              <a:rPr lang="en-US" sz="1200" b="1" dirty="0"/>
            </a:br>
            <a:r>
              <a:rPr lang="en-US" sz="1200" b="1" dirty="0"/>
              <a:t>1. A king leads a kingdom.</a:t>
            </a:r>
            <a:br>
              <a:rPr lang="en-US" sz="1200" b="1" dirty="0"/>
            </a:br>
            <a:r>
              <a:rPr lang="en-US" sz="1200" b="1" dirty="0"/>
              <a:t>    (</a:t>
            </a:r>
            <a:r>
              <a:rPr lang="en-US" sz="1200" b="1" dirty="0" err="1"/>
              <a:t>Seorang</a:t>
            </a:r>
            <a:r>
              <a:rPr lang="en-US" sz="1200" b="1" dirty="0"/>
              <a:t> raja </a:t>
            </a:r>
            <a:r>
              <a:rPr lang="en-US" sz="1200" b="1" dirty="0" err="1"/>
              <a:t>memimpin</a:t>
            </a:r>
            <a:r>
              <a:rPr lang="en-US" sz="1200" b="1" dirty="0"/>
              <a:t> </a:t>
            </a:r>
            <a:r>
              <a:rPr lang="en-US" sz="1200" b="1" dirty="0" err="1"/>
              <a:t>sebuah</a:t>
            </a:r>
            <a:r>
              <a:rPr lang="en-US" sz="1200" b="1" dirty="0"/>
              <a:t> </a:t>
            </a:r>
            <a:r>
              <a:rPr lang="en-US" sz="1200" b="1" dirty="0" err="1"/>
              <a:t>kerajaan</a:t>
            </a:r>
            <a:r>
              <a:rPr lang="en-US" sz="1200" b="1" dirty="0"/>
              <a:t>.)</a:t>
            </a:r>
            <a:br>
              <a:rPr lang="en-US" sz="1200" b="1" dirty="0"/>
            </a:br>
            <a:r>
              <a:rPr lang="en-US" sz="1200" b="1" dirty="0"/>
              <a:t>2. A Governor leads a province.</a:t>
            </a:r>
            <a:br>
              <a:rPr lang="en-US" sz="1200" b="1" dirty="0"/>
            </a:br>
            <a:r>
              <a:rPr lang="en-US" sz="1200" b="1" dirty="0"/>
              <a:t>    (</a:t>
            </a:r>
            <a:r>
              <a:rPr lang="en-US" sz="1200" b="1" dirty="0" err="1"/>
              <a:t>Seorang</a:t>
            </a:r>
            <a:r>
              <a:rPr lang="en-US" sz="1200" b="1" dirty="0"/>
              <a:t> </a:t>
            </a:r>
            <a:r>
              <a:rPr lang="en-US" sz="1200" b="1" dirty="0" err="1"/>
              <a:t>gubernur</a:t>
            </a:r>
            <a:r>
              <a:rPr lang="en-US" sz="1200" b="1" dirty="0"/>
              <a:t> </a:t>
            </a:r>
            <a:r>
              <a:rPr lang="en-US" sz="1200" b="1" dirty="0" err="1"/>
              <a:t>memimpin</a:t>
            </a:r>
            <a:r>
              <a:rPr lang="en-US" sz="1200" b="1" dirty="0"/>
              <a:t> </a:t>
            </a:r>
            <a:r>
              <a:rPr lang="en-US" sz="1200" b="1" dirty="0" err="1"/>
              <a:t>sebuah</a:t>
            </a:r>
            <a:r>
              <a:rPr lang="en-US" sz="1200" b="1" dirty="0"/>
              <a:t> </a:t>
            </a:r>
            <a:r>
              <a:rPr lang="en-US" sz="1200" b="1" dirty="0" err="1"/>
              <a:t>provinsi</a:t>
            </a:r>
            <a:r>
              <a:rPr lang="en-US" sz="1200" b="1" dirty="0"/>
              <a:t>.)</a:t>
            </a:r>
            <a:br>
              <a:rPr lang="en-US" sz="1200" b="1" dirty="0"/>
            </a:br>
            <a:r>
              <a:rPr lang="en-US" sz="1200" b="1" dirty="0"/>
              <a:t>3. A Village chief leads a village.</a:t>
            </a:r>
            <a:br>
              <a:rPr lang="en-US" sz="1200" b="1" dirty="0"/>
            </a:br>
            <a:r>
              <a:rPr lang="en-US" sz="1200" b="1" dirty="0"/>
              <a:t>    (</a:t>
            </a:r>
            <a:r>
              <a:rPr lang="en-US" sz="1200" b="1" dirty="0" err="1"/>
              <a:t>Seorang</a:t>
            </a:r>
            <a:r>
              <a:rPr lang="en-US" sz="1200" b="1" dirty="0"/>
              <a:t> </a:t>
            </a:r>
            <a:r>
              <a:rPr lang="en-US" sz="1200" b="1" dirty="0" err="1"/>
              <a:t>lurah</a:t>
            </a:r>
            <a:r>
              <a:rPr lang="en-US" sz="1200" b="1" dirty="0"/>
              <a:t> </a:t>
            </a:r>
            <a:r>
              <a:rPr lang="en-US" sz="1200" b="1" dirty="0" err="1"/>
              <a:t>memimpin</a:t>
            </a:r>
            <a:r>
              <a:rPr lang="en-US" sz="1200" b="1" dirty="0"/>
              <a:t> </a:t>
            </a:r>
            <a:r>
              <a:rPr lang="en-US" sz="1200" b="1" dirty="0" err="1"/>
              <a:t>sebuah</a:t>
            </a:r>
            <a:r>
              <a:rPr lang="en-US" sz="1200" b="1" dirty="0"/>
              <a:t> </a:t>
            </a:r>
            <a:r>
              <a:rPr lang="en-US" sz="1200" b="1" dirty="0" err="1"/>
              <a:t>kelurahan</a:t>
            </a:r>
            <a:r>
              <a:rPr lang="en-US" sz="1200" b="1" dirty="0"/>
              <a:t>.)</a:t>
            </a:r>
            <a:br>
              <a:rPr lang="en-US" sz="1200" b="1" dirty="0"/>
            </a:br>
            <a:r>
              <a:rPr lang="en-US" sz="1200" b="1" dirty="0"/>
              <a:t>4. A regent leads a regency.</a:t>
            </a:r>
            <a:br>
              <a:rPr lang="en-US" sz="1200" b="1" dirty="0"/>
            </a:br>
            <a:r>
              <a:rPr lang="en-US" sz="1200" b="1" dirty="0"/>
              <a:t>    (</a:t>
            </a:r>
            <a:r>
              <a:rPr lang="en-US" sz="1200" b="1" dirty="0" err="1"/>
              <a:t>Seorang</a:t>
            </a:r>
            <a:r>
              <a:rPr lang="en-US" sz="1200" b="1" dirty="0"/>
              <a:t> </a:t>
            </a:r>
            <a:r>
              <a:rPr lang="en-US" sz="1200" b="1" dirty="0" err="1"/>
              <a:t>bupati</a:t>
            </a:r>
            <a:r>
              <a:rPr lang="en-US" sz="1200" b="1" dirty="0"/>
              <a:t> </a:t>
            </a:r>
            <a:r>
              <a:rPr lang="en-US" sz="1200" b="1" dirty="0" err="1"/>
              <a:t>memimpin</a:t>
            </a:r>
            <a:r>
              <a:rPr lang="en-US" sz="1200" b="1" dirty="0"/>
              <a:t> </a:t>
            </a:r>
            <a:r>
              <a:rPr lang="en-US" sz="1200" b="1" dirty="0" err="1"/>
              <a:t>sebuah</a:t>
            </a:r>
            <a:r>
              <a:rPr lang="en-US" sz="1200" b="1" dirty="0"/>
              <a:t> </a:t>
            </a:r>
            <a:r>
              <a:rPr lang="en-US" sz="1200" b="1" dirty="0" err="1"/>
              <a:t>kabupaten</a:t>
            </a:r>
            <a:r>
              <a:rPr lang="en-US" sz="1200" b="1" dirty="0"/>
              <a:t>.)</a:t>
            </a:r>
            <a:br>
              <a:rPr lang="en-US" sz="1200" b="1" dirty="0"/>
            </a:br>
            <a:r>
              <a:rPr lang="en-US" sz="1200" b="1" dirty="0"/>
              <a:t>5. </a:t>
            </a:r>
            <a:r>
              <a:rPr lang="en-US" sz="1200" b="1" dirty="0" err="1"/>
              <a:t>Joko</a:t>
            </a:r>
            <a:r>
              <a:rPr lang="en-US" sz="1200" b="1" dirty="0"/>
              <a:t> </a:t>
            </a:r>
            <a:r>
              <a:rPr lang="en-US" sz="1200" b="1" dirty="0" err="1"/>
              <a:t>Widodo</a:t>
            </a:r>
            <a:r>
              <a:rPr lang="en-US" sz="1200" b="1" dirty="0"/>
              <a:t> is a president of republic of Indonesia.</a:t>
            </a:r>
            <a:br>
              <a:rPr lang="en-US" sz="1200" b="1" dirty="0"/>
            </a:br>
            <a:r>
              <a:rPr lang="en-US" sz="1200" b="1" dirty="0"/>
              <a:t>    (</a:t>
            </a:r>
            <a:r>
              <a:rPr lang="en-US" sz="1200" b="1" dirty="0" err="1"/>
              <a:t>Joko</a:t>
            </a:r>
            <a:r>
              <a:rPr lang="en-US" sz="1200" b="1" dirty="0"/>
              <a:t> </a:t>
            </a:r>
            <a:r>
              <a:rPr lang="en-US" sz="1200" b="1" dirty="0" err="1"/>
              <a:t>Widodo</a:t>
            </a:r>
            <a:r>
              <a:rPr lang="en-US" sz="1200" b="1" dirty="0"/>
              <a:t> </a:t>
            </a:r>
            <a:r>
              <a:rPr lang="en-US" sz="1200" b="1" dirty="0" err="1"/>
              <a:t>adalah</a:t>
            </a:r>
            <a:r>
              <a:rPr lang="en-US" sz="1200" b="1" dirty="0"/>
              <a:t> </a:t>
            </a:r>
            <a:r>
              <a:rPr lang="en-US" sz="1200" b="1" dirty="0" err="1"/>
              <a:t>presiden</a:t>
            </a:r>
            <a:r>
              <a:rPr lang="en-US" sz="1200" b="1" dirty="0"/>
              <a:t> </a:t>
            </a:r>
            <a:r>
              <a:rPr lang="en-US" sz="1200" b="1" dirty="0" err="1"/>
              <a:t>republik</a:t>
            </a:r>
            <a:r>
              <a:rPr lang="en-US" sz="1200" b="1" dirty="0"/>
              <a:t> Indonesia.)</a:t>
            </a:r>
          </a:p>
          <a:p>
            <a:pPr marL="101600" indent="0">
              <a:buNone/>
            </a:pPr>
            <a:r>
              <a:rPr lang="en-US" sz="1100" dirty="0"/>
              <a:t/>
            </a:r>
            <a:br>
              <a:rPr lang="en-US" sz="1100" dirty="0"/>
            </a:br>
            <a:endParaRPr lang="en" sz="1100" b="1" dirty="0" smtClean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" sz="1100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" sz="1100" dirty="0" smtClean="0"/>
          </a:p>
          <a:p>
            <a:pPr marL="171450" lvl="0" indent="-17145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Wingdings" pitchFamily="2" charset="2"/>
              <a:buChar char="Ø"/>
            </a:pPr>
            <a:endParaRPr lang="en" sz="1100" dirty="0" smtClean="0"/>
          </a:p>
        </p:txBody>
      </p:sp>
      <p:sp>
        <p:nvSpPr>
          <p:cNvPr id="121" name="Google Shape;121;p23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991607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3"/>
          <p:cNvSpPr txBox="1">
            <a:spLocks noGrp="1"/>
          </p:cNvSpPr>
          <p:nvPr>
            <p:ph type="title"/>
          </p:nvPr>
        </p:nvSpPr>
        <p:spPr>
          <a:xfrm>
            <a:off x="1066800" y="1657350"/>
            <a:ext cx="7162800" cy="11430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 smtClean="0"/>
              <a:t>M4</a:t>
            </a:r>
            <a:br>
              <a:rPr lang="en-US" sz="3200" dirty="0" smtClean="0"/>
            </a:br>
            <a:r>
              <a:rPr lang="en-US" sz="3200" dirty="0" smtClean="0"/>
              <a:t>THANK’S, SORRY, ASKING FOR HELP</a:t>
            </a:r>
            <a:endParaRPr sz="3200" dirty="0"/>
          </a:p>
        </p:txBody>
      </p:sp>
      <p:sp>
        <p:nvSpPr>
          <p:cNvPr id="121" name="Google Shape;121;p23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47395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3"/>
          <p:cNvSpPr txBox="1">
            <a:spLocks noGrp="1"/>
          </p:cNvSpPr>
          <p:nvPr>
            <p:ph type="title"/>
          </p:nvPr>
        </p:nvSpPr>
        <p:spPr>
          <a:xfrm>
            <a:off x="838200" y="285750"/>
            <a:ext cx="7162800" cy="4572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M4</a:t>
            </a:r>
            <a:endParaRPr dirty="0"/>
          </a:p>
        </p:txBody>
      </p:sp>
      <p:sp>
        <p:nvSpPr>
          <p:cNvPr id="119" name="Google Shape;119;p23"/>
          <p:cNvSpPr txBox="1">
            <a:spLocks noGrp="1"/>
          </p:cNvSpPr>
          <p:nvPr>
            <p:ph type="body" idx="1"/>
          </p:nvPr>
        </p:nvSpPr>
        <p:spPr>
          <a:xfrm>
            <a:off x="762000" y="895350"/>
            <a:ext cx="7467600" cy="3276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>
              <a:buClr>
                <a:schemeClr val="dk1"/>
              </a:buClr>
              <a:buSzPts val="1100"/>
              <a:buNone/>
            </a:pPr>
            <a:r>
              <a:rPr lang="en" sz="1200" b="1" dirty="0" smtClean="0"/>
              <a:t>Thank’s, Sorry, Asking for Help</a:t>
            </a:r>
            <a:endParaRPr lang="en" sz="1200" b="1" dirty="0"/>
          </a:p>
          <a:p>
            <a:pPr marL="0" lvl="0" indent="0" algn="just">
              <a:buClr>
                <a:schemeClr val="dk1"/>
              </a:buClr>
              <a:buSzPts val="1100"/>
              <a:buNone/>
            </a:pPr>
            <a:endParaRPr lang="en" sz="1200" b="1" dirty="0" smtClean="0"/>
          </a:p>
          <a:p>
            <a:pPr marL="228600" lvl="0" indent="-22860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en" sz="1100" b="1" dirty="0" smtClean="0"/>
              <a:t>Thank’s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100" b="1" dirty="0" smtClean="0"/>
              <a:t>To say thank you, you can say : thanks’s, thank you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100" b="1" dirty="0" smtClean="0"/>
              <a:t>2. Asking for pardon.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100" b="1" dirty="0" smtClean="0"/>
              <a:t>To ask for somebody’s pardon you can say: I’m sorry, forgive me, I beg your pardon</a:t>
            </a:r>
            <a:endParaRPr lang="en" sz="1100" b="1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100" b="1" dirty="0" smtClean="0"/>
              <a:t>3. Giving for pardon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100" b="1" dirty="0" smtClean="0"/>
              <a:t>To giving for pardon, you can say : Nevermind, it’s ok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100" b="1" dirty="0" smtClean="0"/>
              <a:t>4. Asking for help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100" b="1" dirty="0" smtClean="0"/>
              <a:t>To asking for help, you can say: Could you help me, please?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100" b="1" dirty="0" smtClean="0"/>
              <a:t>5. Interdicting (Melarang)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100" b="1" dirty="0" smtClean="0"/>
              <a:t>Some examples of interdicting: Don’t noise! Don’t sit! Don’t stand!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" sz="1100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" sz="1100" dirty="0" smtClean="0"/>
          </a:p>
          <a:p>
            <a:pPr marL="171450" lvl="0" indent="-17145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Wingdings" pitchFamily="2" charset="2"/>
              <a:buChar char="Ø"/>
            </a:pPr>
            <a:endParaRPr lang="en" sz="1100" dirty="0" smtClean="0"/>
          </a:p>
        </p:txBody>
      </p:sp>
      <p:sp>
        <p:nvSpPr>
          <p:cNvPr id="121" name="Google Shape;121;p23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030151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3"/>
          <p:cNvSpPr txBox="1">
            <a:spLocks noGrp="1"/>
          </p:cNvSpPr>
          <p:nvPr>
            <p:ph type="title"/>
          </p:nvPr>
        </p:nvSpPr>
        <p:spPr>
          <a:xfrm>
            <a:off x="838200" y="285750"/>
            <a:ext cx="7162800" cy="4572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M4</a:t>
            </a:r>
            <a:endParaRPr dirty="0"/>
          </a:p>
        </p:txBody>
      </p:sp>
      <p:sp>
        <p:nvSpPr>
          <p:cNvPr id="119" name="Google Shape;119;p23"/>
          <p:cNvSpPr txBox="1">
            <a:spLocks noGrp="1"/>
          </p:cNvSpPr>
          <p:nvPr>
            <p:ph type="body" idx="1"/>
          </p:nvPr>
        </p:nvSpPr>
        <p:spPr>
          <a:xfrm>
            <a:off x="762000" y="895350"/>
            <a:ext cx="7467600" cy="3276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>
              <a:buClr>
                <a:schemeClr val="dk1"/>
              </a:buClr>
              <a:buSzPts val="1100"/>
              <a:buNone/>
            </a:pPr>
            <a:r>
              <a:rPr lang="en" sz="1200" b="1" dirty="0" smtClean="0"/>
              <a:t>Thank’s, Sorry, Asking for Help</a:t>
            </a:r>
            <a:endParaRPr lang="en" sz="1200" b="1" dirty="0"/>
          </a:p>
          <a:p>
            <a:pPr marL="0" lvl="0" indent="0" algn="just">
              <a:buClr>
                <a:schemeClr val="dk1"/>
              </a:buClr>
              <a:buSzPts val="1100"/>
              <a:buNone/>
            </a:pPr>
            <a:r>
              <a:rPr lang="en" sz="1200" b="1" dirty="0" smtClean="0"/>
              <a:t>Example:</a:t>
            </a:r>
          </a:p>
          <a:p>
            <a:pPr marL="0" lvl="0" indent="0" algn="just">
              <a:buClr>
                <a:schemeClr val="dk1"/>
              </a:buClr>
              <a:buSzPts val="1100"/>
              <a:buNone/>
            </a:pPr>
            <a:r>
              <a:rPr lang="en" sz="1200" b="1" dirty="0" smtClean="0"/>
              <a:t>X : Y, helps me, please! </a:t>
            </a:r>
          </a:p>
          <a:p>
            <a:pPr marL="0" lvl="0" indent="0" algn="just">
              <a:buClr>
                <a:schemeClr val="dk1"/>
              </a:buClr>
              <a:buSzPts val="1100"/>
              <a:buNone/>
            </a:pPr>
            <a:r>
              <a:rPr lang="en" sz="1200" b="1" dirty="0" smtClean="0"/>
              <a:t>Y : What is it?</a:t>
            </a:r>
          </a:p>
          <a:p>
            <a:pPr marL="0" lvl="0" indent="0" algn="just">
              <a:buClr>
                <a:schemeClr val="dk1"/>
              </a:buClr>
              <a:buSzPts val="1100"/>
              <a:buNone/>
            </a:pPr>
            <a:r>
              <a:rPr lang="en" sz="1200" b="1" dirty="0" smtClean="0"/>
              <a:t>X : Don’t noise, please. I’m busy.</a:t>
            </a:r>
          </a:p>
          <a:p>
            <a:pPr marL="0" lvl="0" indent="0" algn="just">
              <a:buClr>
                <a:schemeClr val="dk1"/>
              </a:buClr>
              <a:buSzPts val="1100"/>
              <a:buNone/>
            </a:pPr>
            <a:r>
              <a:rPr lang="en" sz="1200" b="1" dirty="0" smtClean="0"/>
              <a:t>Y : Oh, I’m sorry.</a:t>
            </a:r>
          </a:p>
          <a:p>
            <a:pPr marL="0" lvl="0" indent="0" algn="just">
              <a:buClr>
                <a:schemeClr val="dk1"/>
              </a:buClr>
              <a:buSzPts val="1100"/>
              <a:buNone/>
            </a:pPr>
            <a:r>
              <a:rPr lang="en" sz="1200" b="1" dirty="0" smtClean="0"/>
              <a:t>X : Nevermind, thank you.</a:t>
            </a:r>
            <a:endParaRPr lang="en" sz="1100" b="1" dirty="0" smtClean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" sz="1100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" sz="1100" dirty="0" smtClean="0"/>
          </a:p>
          <a:p>
            <a:pPr marL="171450" lvl="0" indent="-17145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Wingdings" pitchFamily="2" charset="2"/>
              <a:buChar char="Ø"/>
            </a:pPr>
            <a:endParaRPr lang="en" sz="1100" dirty="0" smtClean="0"/>
          </a:p>
        </p:txBody>
      </p:sp>
      <p:sp>
        <p:nvSpPr>
          <p:cNvPr id="121" name="Google Shape;121;p23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441225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3"/>
          <p:cNvSpPr txBox="1">
            <a:spLocks noGrp="1"/>
          </p:cNvSpPr>
          <p:nvPr>
            <p:ph type="title"/>
          </p:nvPr>
        </p:nvSpPr>
        <p:spPr>
          <a:xfrm>
            <a:off x="1066800" y="1657350"/>
            <a:ext cx="7162800" cy="11430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 smtClean="0"/>
              <a:t>M5</a:t>
            </a:r>
            <a:br>
              <a:rPr lang="en-US" sz="3200" dirty="0" smtClean="0"/>
            </a:br>
            <a:r>
              <a:rPr lang="en-US" sz="3200" dirty="0" smtClean="0"/>
              <a:t>COLORS</a:t>
            </a:r>
            <a:endParaRPr sz="3200" dirty="0"/>
          </a:p>
        </p:txBody>
      </p:sp>
      <p:sp>
        <p:nvSpPr>
          <p:cNvPr id="121" name="Google Shape;121;p23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091798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3"/>
          <p:cNvSpPr txBox="1">
            <a:spLocks noGrp="1"/>
          </p:cNvSpPr>
          <p:nvPr>
            <p:ph type="title"/>
          </p:nvPr>
        </p:nvSpPr>
        <p:spPr>
          <a:xfrm>
            <a:off x="838200" y="285750"/>
            <a:ext cx="7162800" cy="4572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M5</a:t>
            </a:r>
            <a:endParaRPr dirty="0"/>
          </a:p>
        </p:txBody>
      </p:sp>
      <p:sp>
        <p:nvSpPr>
          <p:cNvPr id="119" name="Google Shape;119;p23"/>
          <p:cNvSpPr txBox="1">
            <a:spLocks noGrp="1"/>
          </p:cNvSpPr>
          <p:nvPr>
            <p:ph type="body" idx="1"/>
          </p:nvPr>
        </p:nvSpPr>
        <p:spPr>
          <a:xfrm>
            <a:off x="762000" y="895350"/>
            <a:ext cx="7467600" cy="3276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>
              <a:buClr>
                <a:schemeClr val="dk1"/>
              </a:buClr>
              <a:buSzPts val="1100"/>
              <a:buNone/>
            </a:pPr>
            <a:r>
              <a:rPr lang="en" sz="1200" b="1" dirty="0" smtClean="0"/>
              <a:t>Colors</a:t>
            </a:r>
            <a:endParaRPr lang="en" sz="1200" b="1" dirty="0"/>
          </a:p>
          <a:p>
            <a:pPr marL="228600" lvl="0" indent="-22860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en" sz="1100" b="1" dirty="0" smtClean="0"/>
              <a:t>Colors (Warna)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100" b="1" dirty="0" smtClean="0"/>
              <a:t>Black, brown, red, orange, yellow, green, blue, purple, grey, white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100" b="1" dirty="0" smtClean="0"/>
              <a:t>2. Which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sz="1100" b="1" dirty="0" smtClean="0"/>
              <a:t>T</a:t>
            </a:r>
            <a:r>
              <a:rPr lang="en" sz="1100" b="1" dirty="0" smtClean="0"/>
              <a:t>his word used to ask something between other things:</a:t>
            </a:r>
          </a:p>
          <a:p>
            <a:pPr marL="171450" lvl="0" indent="-17145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Tx/>
              <a:buChar char="-"/>
            </a:pPr>
            <a:r>
              <a:rPr lang="en" sz="1100" b="1" dirty="0" smtClean="0"/>
              <a:t>Which is you bag?</a:t>
            </a:r>
          </a:p>
          <a:p>
            <a:pPr marL="171450" lvl="0" indent="-17145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Tx/>
              <a:buChar char="-"/>
            </a:pPr>
            <a:r>
              <a:rPr lang="en" sz="1100" b="1" dirty="0" smtClean="0"/>
              <a:t>Which are you pencil?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endParaRPr lang="en" sz="1100" b="1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" sz="1100" dirty="0" smtClean="0"/>
          </a:p>
          <a:p>
            <a:pPr marL="171450" lvl="0" indent="-17145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Wingdings" pitchFamily="2" charset="2"/>
              <a:buChar char="Ø"/>
            </a:pPr>
            <a:endParaRPr lang="en" sz="1100" dirty="0" smtClean="0"/>
          </a:p>
        </p:txBody>
      </p:sp>
      <p:sp>
        <p:nvSpPr>
          <p:cNvPr id="121" name="Google Shape;121;p23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931146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3"/>
          <p:cNvSpPr txBox="1">
            <a:spLocks noGrp="1"/>
          </p:cNvSpPr>
          <p:nvPr>
            <p:ph type="title"/>
          </p:nvPr>
        </p:nvSpPr>
        <p:spPr>
          <a:xfrm>
            <a:off x="1066800" y="1047750"/>
            <a:ext cx="7162800" cy="1752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ctr"/>
            <a:r>
              <a:rPr lang="en-US" sz="3200" smtClean="0"/>
              <a:t>M6</a:t>
            </a:r>
            <a:r>
              <a:rPr lang="en-US" sz="3200" dirty="0" smtClean="0"/>
              <a:t/>
            </a:r>
            <a:br>
              <a:rPr lang="en-US" sz="3200" dirty="0" smtClean="0"/>
            </a:br>
            <a:r>
              <a:rPr lang="en" sz="3200" b="1" dirty="0"/>
              <a:t>Introduction, </a:t>
            </a:r>
            <a:r>
              <a:rPr lang="en" sz="3200" b="1" dirty="0" smtClean="0"/>
              <a:t>Asking, </a:t>
            </a:r>
            <a:r>
              <a:rPr lang="en" sz="3200" b="1" dirty="0"/>
              <a:t>Permision, Agreeing and Interdicting</a:t>
            </a:r>
            <a:endParaRPr lang="en" sz="3200" b="1" dirty="0"/>
          </a:p>
        </p:txBody>
      </p:sp>
      <p:sp>
        <p:nvSpPr>
          <p:cNvPr id="121" name="Google Shape;121;p23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826713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3"/>
          <p:cNvSpPr txBox="1">
            <a:spLocks noGrp="1"/>
          </p:cNvSpPr>
          <p:nvPr>
            <p:ph type="title"/>
          </p:nvPr>
        </p:nvSpPr>
        <p:spPr>
          <a:xfrm>
            <a:off x="838200" y="285750"/>
            <a:ext cx="7162800" cy="4572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M6</a:t>
            </a:r>
            <a:endParaRPr dirty="0"/>
          </a:p>
        </p:txBody>
      </p:sp>
      <p:sp>
        <p:nvSpPr>
          <p:cNvPr id="119" name="Google Shape;119;p23"/>
          <p:cNvSpPr txBox="1">
            <a:spLocks noGrp="1"/>
          </p:cNvSpPr>
          <p:nvPr>
            <p:ph type="body" idx="1"/>
          </p:nvPr>
        </p:nvSpPr>
        <p:spPr>
          <a:xfrm>
            <a:off x="762000" y="742950"/>
            <a:ext cx="7467600" cy="3429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>
              <a:buClr>
                <a:schemeClr val="dk1"/>
              </a:buClr>
              <a:buSzPts val="1100"/>
              <a:buNone/>
            </a:pPr>
            <a:r>
              <a:rPr lang="en" sz="1200" b="1" dirty="0" smtClean="0"/>
              <a:t>Introduction, Askingm Permision, Agreeing and Interdicting</a:t>
            </a:r>
            <a:endParaRPr lang="en" sz="1200" b="1" dirty="0"/>
          </a:p>
          <a:p>
            <a:pPr marL="228600" lvl="0" indent="-22860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en" sz="1100" b="1" dirty="0" smtClean="0"/>
              <a:t>Introduce someone (mengenalkan orang lain)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100" b="1" dirty="0" smtClean="0"/>
              <a:t>To inroduce someine, you can say:</a:t>
            </a:r>
          </a:p>
          <a:p>
            <a:pPr marL="171450" lvl="0" indent="-17145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Tx/>
              <a:buChar char="-"/>
            </a:pPr>
            <a:r>
              <a:rPr lang="en" sz="1100" b="1" dirty="0" smtClean="0"/>
              <a:t>Hello, this is Andi.</a:t>
            </a:r>
          </a:p>
          <a:p>
            <a:pPr marL="171450" lvl="0" indent="-17145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Tx/>
              <a:buChar char="-"/>
            </a:pPr>
            <a:r>
              <a:rPr lang="en" sz="1100" b="1" dirty="0" smtClean="0"/>
              <a:t>Hi, I’m Dian and he is Andi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100" b="1" dirty="0" smtClean="0"/>
              <a:t>2. Asking (mengajak)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sz="1100" b="1" dirty="0" smtClean="0"/>
              <a:t>To asking someone for something, you can say: Let’s!, Come in!, Come on!, etc.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sz="1100" b="1" dirty="0" smtClean="0"/>
              <a:t>3. </a:t>
            </a:r>
            <a:r>
              <a:rPr lang="en-US" sz="1100" b="1" dirty="0" err="1" smtClean="0"/>
              <a:t>Permissin</a:t>
            </a:r>
            <a:r>
              <a:rPr lang="en-US" sz="1100" b="1" dirty="0" smtClean="0"/>
              <a:t> (</a:t>
            </a:r>
            <a:r>
              <a:rPr lang="en-US" sz="1100" b="1" dirty="0" err="1" smtClean="0"/>
              <a:t>Izin</a:t>
            </a:r>
            <a:r>
              <a:rPr lang="en-US" sz="1100" b="1" dirty="0" smtClean="0"/>
              <a:t>)</a:t>
            </a:r>
            <a:endParaRPr lang="en" sz="1100" b="1" dirty="0" smtClean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100" b="1" dirty="0" smtClean="0"/>
              <a:t>To ask or give for permission, you can say: May I……?, sure….., yes of course, etc.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100" b="1" dirty="0" smtClean="0"/>
              <a:t>4. Agreeing (Persetujuan)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sz="1100" b="1" dirty="0" smtClean="0"/>
              <a:t>T</a:t>
            </a:r>
            <a:r>
              <a:rPr lang="en" sz="1100" b="1" dirty="0" smtClean="0"/>
              <a:t>o Agree or disagree for something, you can say: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100" b="1" dirty="0" smtClean="0"/>
              <a:t>- Yes, I agree		- No, I disagree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endParaRPr lang="en" sz="1100" b="1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" sz="1100" dirty="0" smtClean="0"/>
          </a:p>
          <a:p>
            <a:pPr marL="171450" lvl="0" indent="-17145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Wingdings" pitchFamily="2" charset="2"/>
              <a:buChar char="Ø"/>
            </a:pPr>
            <a:endParaRPr lang="en" sz="1100" dirty="0" smtClean="0"/>
          </a:p>
        </p:txBody>
      </p:sp>
      <p:sp>
        <p:nvSpPr>
          <p:cNvPr id="121" name="Google Shape;121;p23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965828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3"/>
          <p:cNvSpPr txBox="1">
            <a:spLocks noGrp="1"/>
          </p:cNvSpPr>
          <p:nvPr>
            <p:ph type="title"/>
          </p:nvPr>
        </p:nvSpPr>
        <p:spPr>
          <a:xfrm>
            <a:off x="838200" y="285750"/>
            <a:ext cx="7162800" cy="4572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M6</a:t>
            </a:r>
            <a:endParaRPr dirty="0"/>
          </a:p>
        </p:txBody>
      </p:sp>
      <p:sp>
        <p:nvSpPr>
          <p:cNvPr id="119" name="Google Shape;119;p23"/>
          <p:cNvSpPr txBox="1">
            <a:spLocks noGrp="1"/>
          </p:cNvSpPr>
          <p:nvPr>
            <p:ph type="body" idx="1"/>
          </p:nvPr>
        </p:nvSpPr>
        <p:spPr>
          <a:xfrm>
            <a:off x="762000" y="742950"/>
            <a:ext cx="7467600" cy="3429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>
              <a:buClr>
                <a:schemeClr val="dk1"/>
              </a:buClr>
              <a:buSzPts val="1100"/>
              <a:buNone/>
            </a:pPr>
            <a:r>
              <a:rPr lang="en" sz="1200" b="1" dirty="0" smtClean="0"/>
              <a:t>Introduction, Askingm Permision, Agreeing and Interdicting</a:t>
            </a:r>
            <a:endParaRPr lang="en" sz="1200" b="1" dirty="0"/>
          </a:p>
          <a:p>
            <a:pPr marL="228600" lvl="0" indent="-22860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en" sz="1100" b="1" dirty="0" smtClean="0"/>
              <a:t>Interdicting (Melarang)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100" b="1" dirty="0" smtClean="0"/>
              <a:t>Some examples of interdicting:</a:t>
            </a:r>
          </a:p>
          <a:p>
            <a:pPr marL="171450" lvl="0" indent="-17145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Tx/>
              <a:buChar char="-"/>
            </a:pPr>
            <a:r>
              <a:rPr lang="en" sz="1100" b="1" dirty="0" smtClean="0"/>
              <a:t>Don’t noise!</a:t>
            </a:r>
          </a:p>
          <a:p>
            <a:pPr marL="171450" lvl="0" indent="-17145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Tx/>
              <a:buChar char="-"/>
            </a:pPr>
            <a:r>
              <a:rPr lang="en" sz="1100" b="1" dirty="0" smtClean="0"/>
              <a:t>Don’t stand!</a:t>
            </a:r>
          </a:p>
          <a:p>
            <a:pPr marL="171450" lvl="0" indent="-17145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Tx/>
              <a:buChar char="-"/>
            </a:pPr>
            <a:r>
              <a:rPr lang="en" sz="1100" b="1" dirty="0" smtClean="0"/>
              <a:t>Don’t sit!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endParaRPr lang="en" sz="1100" b="1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" sz="1100" dirty="0" smtClean="0"/>
          </a:p>
          <a:p>
            <a:pPr marL="171450" lvl="0" indent="-17145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Wingdings" pitchFamily="2" charset="2"/>
              <a:buChar char="Ø"/>
            </a:pPr>
            <a:endParaRPr lang="en" sz="1100" dirty="0" smtClean="0"/>
          </a:p>
        </p:txBody>
      </p:sp>
      <p:sp>
        <p:nvSpPr>
          <p:cNvPr id="121" name="Google Shape;121;p23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664331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3"/>
          <p:cNvSpPr txBox="1">
            <a:spLocks noGrp="1"/>
          </p:cNvSpPr>
          <p:nvPr>
            <p:ph type="title"/>
          </p:nvPr>
        </p:nvSpPr>
        <p:spPr>
          <a:xfrm>
            <a:off x="838200" y="285750"/>
            <a:ext cx="7162800" cy="4572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9" name="Google Shape;119;p23"/>
          <p:cNvSpPr txBox="1">
            <a:spLocks noGrp="1"/>
          </p:cNvSpPr>
          <p:nvPr>
            <p:ph type="body" idx="1"/>
          </p:nvPr>
        </p:nvSpPr>
        <p:spPr>
          <a:xfrm>
            <a:off x="762000" y="742950"/>
            <a:ext cx="7467600" cy="3429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100" b="1" dirty="0" smtClean="0"/>
              <a:t>Daftar Pustaka :</a:t>
            </a:r>
          </a:p>
          <a:p>
            <a:pPr marL="0" lvl="0" indent="0">
              <a:buClr>
                <a:schemeClr val="dk1"/>
              </a:buClr>
              <a:buSzPts val="1100"/>
              <a:buNone/>
            </a:pPr>
            <a:r>
              <a:rPr lang="en-US" sz="1100" b="1" dirty="0">
                <a:hlinkClick r:id="rId3"/>
              </a:rPr>
              <a:t>https://idoc.pub/documents/rangkuman-materi-dan-kumpulan-soal-bahasa-inggris-kelas-4-6-sd-8x4e61zmv8n3</a:t>
            </a:r>
            <a:endParaRPr lang="en" sz="1100" b="1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" sz="1100" dirty="0" smtClean="0"/>
          </a:p>
          <a:p>
            <a:pPr marL="171450" lvl="0" indent="-17145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Wingdings" pitchFamily="2" charset="2"/>
              <a:buChar char="Ø"/>
            </a:pPr>
            <a:endParaRPr lang="en" sz="1100" dirty="0" smtClean="0"/>
          </a:p>
        </p:txBody>
      </p:sp>
      <p:sp>
        <p:nvSpPr>
          <p:cNvPr id="121" name="Google Shape;121;p23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32748196"/>
      </p:ext>
    </p:extLst>
  </p:cSld>
  <p:clrMapOvr>
    <a:masterClrMapping/>
  </p:clrMapOvr>
</p:sld>
</file>

<file path=ppt/theme/theme1.xml><?xml version="1.0" encoding="utf-8"?>
<a:theme xmlns:a="http://schemas.openxmlformats.org/drawingml/2006/main" name="Bagot template">
  <a:themeElements>
    <a:clrScheme name="Custom 347">
      <a:dk1>
        <a:srgbClr val="143C55"/>
      </a:dk1>
      <a:lt1>
        <a:srgbClr val="FFFFFF"/>
      </a:lt1>
      <a:dk2>
        <a:srgbClr val="748C9C"/>
      </a:dk2>
      <a:lt2>
        <a:srgbClr val="F7F9EA"/>
      </a:lt2>
      <a:accent1>
        <a:srgbClr val="FEAB19"/>
      </a:accent1>
      <a:accent2>
        <a:srgbClr val="85CE5B"/>
      </a:accent2>
      <a:accent3>
        <a:srgbClr val="65C5DB"/>
      </a:accent3>
      <a:accent4>
        <a:srgbClr val="7D7FD0"/>
      </a:accent4>
      <a:accent5>
        <a:srgbClr val="FA7F99"/>
      </a:accent5>
      <a:accent6>
        <a:srgbClr val="FF4E45"/>
      </a:accent6>
      <a:hlink>
        <a:srgbClr val="265775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233</TotalTime>
  <Words>516</Words>
  <Application>Microsoft Office PowerPoint</Application>
  <PresentationFormat>On-screen Show (16:9)</PresentationFormat>
  <Paragraphs>143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</vt:lpstr>
      <vt:lpstr>Bellota Text Light</vt:lpstr>
      <vt:lpstr>Catamaran ExtraBold</vt:lpstr>
      <vt:lpstr>Catamaran</vt:lpstr>
      <vt:lpstr>Wingdings</vt:lpstr>
      <vt:lpstr>Bagot template</vt:lpstr>
      <vt:lpstr>Bahasa Inggris  SD Kelas 4</vt:lpstr>
      <vt:lpstr>M1 DIRECTIONS AND LOCATIONS</vt:lpstr>
      <vt:lpstr>M1</vt:lpstr>
      <vt:lpstr>M1</vt:lpstr>
      <vt:lpstr>M2 OWNERSHIP (KEPEMILIKAN)</vt:lpstr>
      <vt:lpstr>M2</vt:lpstr>
      <vt:lpstr>M2</vt:lpstr>
      <vt:lpstr>M3 GOVERNMENT</vt:lpstr>
      <vt:lpstr>M3</vt:lpstr>
      <vt:lpstr>M3</vt:lpstr>
      <vt:lpstr>M4 THANK’S, SORRY, ASKING FOR HELP</vt:lpstr>
      <vt:lpstr>M4</vt:lpstr>
      <vt:lpstr>M4</vt:lpstr>
      <vt:lpstr>M5 COLORS</vt:lpstr>
      <vt:lpstr>M5</vt:lpstr>
      <vt:lpstr>M6 Introduction, Asking, Permision, Agreeing and Interdicting</vt:lpstr>
      <vt:lpstr>M6</vt:lpstr>
      <vt:lpstr>M6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Bahasa Inggris  SD Kelas 4</dc:title>
  <dc:creator>ASUS</dc:creator>
  <cp:lastModifiedBy>ismail - [2010]</cp:lastModifiedBy>
  <cp:revision>22</cp:revision>
  <dcterms:modified xsi:type="dcterms:W3CDTF">2020-07-16T06:27:19Z</dcterms:modified>
</cp:coreProperties>
</file>